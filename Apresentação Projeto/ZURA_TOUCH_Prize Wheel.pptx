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6" r:id="rId7"/>
    <p:sldId id="264" r:id="rId8"/>
    <p:sldId id="260" r:id="rId9"/>
    <p:sldId id="261" r:id="rId10"/>
    <p:sldId id="262" r:id="rId11"/>
    <p:sldId id="263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>
      <p:cViewPr varScale="1">
        <p:scale>
          <a:sx n="75" d="100"/>
          <a:sy n="75" d="100"/>
        </p:scale>
        <p:origin x="456" y="-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0AEA6-A438-43BC-9829-1F7532467706}" type="datetimeFigureOut">
              <a:rPr lang="pt-PT" smtClean="0"/>
              <a:t>28/07/2026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6D2F4-1C87-4237-9C9E-F7AB2AF9D4A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313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6D2F4-1C87-4237-9C9E-F7AB2AF9D4AD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239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4959" y="153803"/>
            <a:ext cx="5799455" cy="2110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zuratouch.pt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-304799" y="-266700"/>
            <a:ext cx="18607314" cy="10588171"/>
            <a:chOff x="-319314" y="0"/>
            <a:chExt cx="18607314" cy="10286999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9314" y="0"/>
              <a:ext cx="18607314" cy="10286999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448" y="0"/>
              <a:ext cx="7040574" cy="3403717"/>
            </a:xfrm>
            <a:prstGeom prst="rect">
              <a:avLst/>
            </a:prstGeom>
          </p:spPr>
        </p:pic>
        <p:pic>
          <p:nvPicPr>
            <p:cNvPr id="5" name="object 5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3744" y="3244331"/>
              <a:ext cx="4164255" cy="434339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28663" y="2250962"/>
            <a:ext cx="7848600" cy="3449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390"/>
              </a:lnSpc>
              <a:spcBef>
                <a:spcPts val="100"/>
              </a:spcBef>
            </a:pPr>
            <a:r>
              <a:rPr sz="14000" spc="1745" dirty="0"/>
              <a:t>ZURA</a:t>
            </a:r>
            <a:endParaRPr sz="14000" dirty="0"/>
          </a:p>
          <a:p>
            <a:pPr marL="12700">
              <a:lnSpc>
                <a:spcPts val="13390"/>
              </a:lnSpc>
            </a:pPr>
            <a:r>
              <a:rPr sz="14000" b="0" spc="1140" dirty="0">
                <a:solidFill>
                  <a:srgbClr val="F93D81"/>
                </a:solidFill>
                <a:latin typeface="Arial MT"/>
                <a:cs typeface="Arial MT"/>
              </a:rPr>
              <a:t>TOUCH</a:t>
            </a:r>
            <a:endParaRPr sz="14000" dirty="0">
              <a:latin typeface="Arial MT"/>
              <a:cs typeface="Arial MT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DBA12CA-5985-B9FA-F3D2-EE48E85110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6600" y="-208679"/>
            <a:ext cx="3296920" cy="2183448"/>
          </a:xfrm>
          <a:prstGeom prst="rect">
            <a:avLst/>
          </a:prstGeom>
        </p:spPr>
      </p:pic>
      <p:sp>
        <p:nvSpPr>
          <p:cNvPr id="13" name="object 8" descr="$PPTXTitle">
            <a:extLst>
              <a:ext uri="{FF2B5EF4-FFF2-40B4-BE49-F238E27FC236}">
                <a16:creationId xmlns:a16="http://schemas.microsoft.com/office/drawing/2014/main" id="{D7D8E7FF-8222-82B5-B44E-DE915268E7AC}"/>
              </a:ext>
            </a:extLst>
          </p:cNvPr>
          <p:cNvSpPr txBox="1">
            <a:spLocks/>
          </p:cNvSpPr>
          <p:nvPr/>
        </p:nvSpPr>
        <p:spPr>
          <a:xfrm>
            <a:off x="762000" y="5432359"/>
            <a:ext cx="17983200" cy="5329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300" b="1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200000"/>
              </a:lnSpc>
              <a:spcBef>
                <a:spcPts val="100"/>
              </a:spcBef>
            </a:pPr>
            <a:endParaRPr lang="pt-PT" sz="2000" dirty="0">
              <a:latin typeface="Arial MT"/>
              <a:cs typeface="Arial MT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B08256-C40F-525F-1CB8-46A92263489C}"/>
              </a:ext>
            </a:extLst>
          </p:cNvPr>
          <p:cNvSpPr txBox="1"/>
          <p:nvPr/>
        </p:nvSpPr>
        <p:spPr>
          <a:xfrm>
            <a:off x="1219200" y="8380369"/>
            <a:ext cx="94778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  <a:latin typeface="Arial MT"/>
              </a:rPr>
              <a:t>🌐 </a:t>
            </a:r>
            <a:r>
              <a:rPr lang="pt-PT" sz="2400" dirty="0">
                <a:solidFill>
                  <a:schemeClr val="bg1"/>
                </a:solidFill>
                <a:latin typeface="Arial M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www.zuratouch.pt</a:t>
            </a:r>
            <a:br>
              <a:rPr lang="pt-PT" sz="2400" dirty="0">
                <a:solidFill>
                  <a:schemeClr val="bg1"/>
                </a:solidFill>
                <a:latin typeface="Arial MT"/>
              </a:rPr>
            </a:br>
            <a:r>
              <a:rPr lang="pt-PT" sz="2400" dirty="0">
                <a:solidFill>
                  <a:schemeClr val="bg1"/>
                </a:solidFill>
                <a:latin typeface="Arial MT"/>
              </a:rPr>
              <a:t>📧 info@zuratouch.pt</a:t>
            </a:r>
            <a:br>
              <a:rPr lang="pt-PT" sz="2400" dirty="0">
                <a:solidFill>
                  <a:schemeClr val="bg1"/>
                </a:solidFill>
                <a:latin typeface="Arial MT"/>
              </a:rPr>
            </a:br>
            <a:r>
              <a:rPr lang="pt-PT" sz="2400" dirty="0">
                <a:solidFill>
                  <a:schemeClr val="bg1"/>
                </a:solidFill>
                <a:latin typeface="Arial MT"/>
              </a:rPr>
              <a:t>📞 +351 931 708 796</a:t>
            </a:r>
            <a:br>
              <a:rPr lang="pt-PT" sz="2400" dirty="0">
                <a:solidFill>
                  <a:schemeClr val="bg1"/>
                </a:solidFill>
                <a:latin typeface="Arial MT"/>
              </a:rPr>
            </a:br>
            <a:r>
              <a:rPr lang="pt-PT" sz="2400" dirty="0">
                <a:solidFill>
                  <a:schemeClr val="bg1"/>
                </a:solidFill>
                <a:latin typeface="Arial MT"/>
              </a:rPr>
              <a:t>📍 Porto, Portugal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3017564A-60A9-C557-0F99-3E0B8DD253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9"/>
            <a:ext cx="18288000" cy="10286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112602" y="2353056"/>
            <a:ext cx="7829589" cy="64132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3200" b="1" dirty="0">
                <a:solidFill>
                  <a:schemeClr val="bg1"/>
                </a:solidFill>
              </a:rPr>
              <a:t>Mais entretenimento para os clientes. </a:t>
            </a:r>
          </a:p>
          <a:p>
            <a:r>
              <a:rPr lang="pt-PT" sz="3200" b="1" dirty="0">
                <a:solidFill>
                  <a:schemeClr val="bg1"/>
                </a:solidFill>
              </a:rPr>
              <a:t>Mais valor para o seu espaço.</a:t>
            </a:r>
          </a:p>
          <a:p>
            <a:endParaRPr lang="pt-PT" sz="3200" b="1" dirty="0">
              <a:solidFill>
                <a:schemeClr val="bg1"/>
              </a:solidFill>
            </a:endParaRPr>
          </a:p>
          <a:p>
            <a:r>
              <a:rPr lang="pt-PT" sz="3200" b="1" dirty="0">
                <a:solidFill>
                  <a:schemeClr val="bg1"/>
                </a:solidFill>
              </a:rPr>
              <a:t>A ZURA </a:t>
            </a:r>
            <a:r>
              <a:rPr lang="pt-PT" sz="3200" b="1" dirty="0" err="1">
                <a:solidFill>
                  <a:schemeClr val="bg1"/>
                </a:solidFill>
              </a:rPr>
              <a:t>Touch</a:t>
            </a:r>
            <a:r>
              <a:rPr lang="pt-PT" sz="3200" b="1" dirty="0">
                <a:solidFill>
                  <a:schemeClr val="bg1"/>
                </a:solidFill>
              </a:rPr>
              <a:t> instala máquinas de prémios inovadoras que combinam tecnologia, entretenimento e recompensas. </a:t>
            </a:r>
          </a:p>
          <a:p>
            <a:endParaRPr lang="pt-PT" sz="3200" b="1" dirty="0">
              <a:solidFill>
                <a:schemeClr val="bg1"/>
              </a:solidFill>
            </a:endParaRPr>
          </a:p>
          <a:p>
            <a:r>
              <a:rPr lang="pt-PT" sz="3200" b="1" dirty="0">
                <a:solidFill>
                  <a:schemeClr val="bg1"/>
                </a:solidFill>
              </a:rPr>
              <a:t>Através de uma roleta interativa, os utilizadores têm a oportunidade de ganhar prémios de forma divertida, aumentando a permanência e a atratividade do seu espaço.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57200" y="706924"/>
            <a:ext cx="7636509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60" dirty="0"/>
              <a:t>INTRODU</a:t>
            </a:r>
            <a:r>
              <a:rPr lang="pt-PT" spc="660" dirty="0"/>
              <a:t>ÇÃO</a:t>
            </a:r>
            <a:endParaRPr spc="66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E072C6-7A4B-7F42-5A0A-305E4B48C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3600" y="1844844"/>
            <a:ext cx="5160264" cy="7753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2850" y="1114747"/>
              <a:ext cx="8608356" cy="24595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1181" y="3992539"/>
              <a:ext cx="8610024" cy="26588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2850" y="7069357"/>
              <a:ext cx="8608356" cy="24595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689705"/>
              <a:ext cx="9462997" cy="659729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16000" y="901093"/>
            <a:ext cx="707009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63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730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300" b="1" spc="844" dirty="0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endParaRPr sz="7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02333" y="1897844"/>
            <a:ext cx="667258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35" dirty="0">
                <a:solidFill>
                  <a:srgbClr val="FFFFFF"/>
                </a:solidFill>
                <a:latin typeface="Roboto"/>
                <a:cs typeface="Roboto"/>
              </a:rPr>
              <a:t>LACK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65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80" dirty="0">
                <a:solidFill>
                  <a:srgbClr val="FFFFFF"/>
                </a:solidFill>
                <a:latin typeface="Roboto"/>
                <a:cs typeface="Roboto"/>
              </a:rPr>
              <a:t>INSTANT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ACCESS</a:t>
            </a:r>
            <a:endParaRPr sz="2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b="1" spc="135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800" b="1" spc="3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55" dirty="0">
                <a:solidFill>
                  <a:srgbClr val="FFFFFF"/>
                </a:solidFill>
                <a:latin typeface="Roboto"/>
                <a:cs typeface="Roboto"/>
              </a:rPr>
              <a:t>ESSENTIAL</a:t>
            </a:r>
            <a:r>
              <a:rPr sz="2800" b="1" spc="3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40" dirty="0">
                <a:solidFill>
                  <a:srgbClr val="FFFFFF"/>
                </a:solidFill>
                <a:latin typeface="Roboto"/>
                <a:cs typeface="Roboto"/>
              </a:rPr>
              <a:t>PRODUCTS</a:t>
            </a:r>
            <a:r>
              <a:rPr sz="2800" b="1" spc="3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80" dirty="0">
                <a:solidFill>
                  <a:srgbClr val="FFFFFF"/>
                </a:solidFill>
                <a:latin typeface="Roboto"/>
                <a:cs typeface="Roboto"/>
              </a:rPr>
              <a:t>AT</a:t>
            </a:r>
            <a:r>
              <a:rPr sz="2800" b="1" spc="3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NIGHT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5501" y="4859578"/>
            <a:ext cx="5614670" cy="89026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"/>
              </a:spcBef>
            </a:pPr>
            <a:r>
              <a:rPr sz="2800" b="1" spc="155" dirty="0">
                <a:solidFill>
                  <a:srgbClr val="FFFFFF"/>
                </a:solidFill>
                <a:latin typeface="Roboto"/>
                <a:cs typeface="Roboto"/>
              </a:rPr>
              <a:t>UNENGAGING</a:t>
            </a:r>
            <a:r>
              <a:rPr sz="2800" b="1" spc="3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EXPERIENCES</a:t>
            </a:r>
            <a:r>
              <a:rPr sz="2800" b="1" spc="3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45" dirty="0">
                <a:solidFill>
                  <a:srgbClr val="FFFFFF"/>
                </a:solidFill>
                <a:latin typeface="Roboto"/>
                <a:cs typeface="Roboto"/>
              </a:rPr>
              <a:t>IN </a:t>
            </a:r>
            <a:r>
              <a:rPr sz="2800" b="1" spc="114" dirty="0">
                <a:solidFill>
                  <a:srgbClr val="FFFFFF"/>
                </a:solidFill>
                <a:latin typeface="Roboto"/>
                <a:cs typeface="Roboto"/>
              </a:rPr>
              <a:t>PUBLIC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ENVIRONMENTS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92349" y="7803188"/>
            <a:ext cx="5408295" cy="89026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"/>
              </a:spcBef>
            </a:pPr>
            <a:r>
              <a:rPr sz="2800" b="1" spc="170" dirty="0">
                <a:solidFill>
                  <a:srgbClr val="FFFFFF"/>
                </a:solidFill>
                <a:latin typeface="Roboto"/>
                <a:cs typeface="Roboto"/>
              </a:rPr>
              <a:t>TRADITIONAL</a:t>
            </a:r>
            <a:r>
              <a:rPr sz="2800" b="1" spc="3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40" dirty="0">
                <a:solidFill>
                  <a:srgbClr val="FFFFFF"/>
                </a:solidFill>
                <a:latin typeface="Roboto"/>
                <a:cs typeface="Roboto"/>
              </a:rPr>
              <a:t>VENDING</a:t>
            </a:r>
            <a:r>
              <a:rPr sz="2800" b="1" spc="3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80" dirty="0">
                <a:solidFill>
                  <a:srgbClr val="FFFFFF"/>
                </a:solidFill>
                <a:latin typeface="Roboto"/>
                <a:cs typeface="Roboto"/>
              </a:rPr>
              <a:t>THAT </a:t>
            </a:r>
            <a:r>
              <a:rPr sz="2800" b="1" spc="130" dirty="0">
                <a:solidFill>
                  <a:srgbClr val="FFFFFF"/>
                </a:solidFill>
                <a:latin typeface="Roboto"/>
                <a:cs typeface="Roboto"/>
              </a:rPr>
              <a:t>DOESN’T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60" dirty="0">
                <a:solidFill>
                  <a:srgbClr val="FFFFFF"/>
                </a:solidFill>
                <a:latin typeface="Roboto"/>
                <a:cs typeface="Roboto"/>
              </a:rPr>
              <a:t>STAND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90" dirty="0">
                <a:solidFill>
                  <a:srgbClr val="FFFFFF"/>
                </a:solidFill>
                <a:latin typeface="Roboto"/>
                <a:cs typeface="Roboto"/>
              </a:rPr>
              <a:t>OUT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514289" y="1607174"/>
            <a:ext cx="927735" cy="1239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950" b="0" spc="-925" dirty="0">
                <a:latin typeface="SimSun-ExtB"/>
                <a:cs typeface="SimSun-ExtB"/>
              </a:rPr>
              <a:t>⚡</a:t>
            </a:r>
            <a:endParaRPr sz="7950">
              <a:latin typeface="SimSun-ExtB"/>
              <a:cs typeface="SimSun-ExtB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11885" y="7617021"/>
            <a:ext cx="748030" cy="1148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350" spc="-1745" dirty="0">
                <a:solidFill>
                  <a:srgbClr val="FFFFFF"/>
                </a:solidFill>
                <a:latin typeface="SimSun-ExtB"/>
                <a:cs typeface="SimSun-ExtB"/>
              </a:rPr>
              <a:t>💡</a:t>
            </a:r>
            <a:endParaRPr sz="7350">
              <a:latin typeface="SimSun-ExtB"/>
              <a:cs typeface="SimSun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59238" y="4854816"/>
            <a:ext cx="84074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50" spc="875" dirty="0">
                <a:solidFill>
                  <a:srgbClr val="FFFFFF"/>
                </a:solidFill>
                <a:latin typeface="SimSun-ExtB"/>
                <a:cs typeface="SimSun-ExtB"/>
              </a:rPr>
              <a:t>🎮</a:t>
            </a:r>
            <a:endParaRPr sz="5450">
              <a:latin typeface="SimSun-ExtB"/>
              <a:cs typeface="SimSun-ExtB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72717"/>
            <a:ext cx="8786030" cy="61222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363805" cy="4601848"/>
            </a:xfrm>
            <a:prstGeom prst="rect">
              <a:avLst/>
            </a:prstGeom>
          </p:spPr>
        </p:pic>
        <p:pic>
          <p:nvPicPr>
            <p:cNvPr id="5" name="object 5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93022" y="0"/>
              <a:ext cx="5594977" cy="3688742"/>
            </a:xfrm>
            <a:prstGeom prst="rect">
              <a:avLst/>
            </a:prstGeom>
          </p:spPr>
        </p:pic>
        <p:pic>
          <p:nvPicPr>
            <p:cNvPr id="6" name="object 6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3694" y="1215738"/>
              <a:ext cx="16620609" cy="3031551"/>
            </a:xfrm>
            <a:prstGeom prst="rect">
              <a:avLst/>
            </a:prstGeom>
          </p:spPr>
        </p:pic>
        <p:sp>
          <p:nvSpPr>
            <p:cNvPr id="7" name="object 7"/>
            <p:cNvSpPr>
              <a:spLocks/>
            </p:cNvSpPr>
            <p:nvPr/>
          </p:nvSpPr>
          <p:spPr>
            <a:xfrm>
              <a:off x="1194929" y="5929741"/>
              <a:ext cx="12896215" cy="952500"/>
            </a:xfrm>
            <a:custGeom>
              <a:avLst/>
              <a:gdLst/>
              <a:ahLst/>
              <a:cxnLst/>
              <a:rect l="l" t="t" r="r" b="b"/>
              <a:pathLst>
                <a:path w="12896215" h="952500">
                  <a:moveTo>
                    <a:pt x="952500" y="190500"/>
                  </a:moveTo>
                  <a:lnTo>
                    <a:pt x="938009" y="117602"/>
                  </a:lnTo>
                  <a:lnTo>
                    <a:pt x="896708" y="55803"/>
                  </a:lnTo>
                  <a:lnTo>
                    <a:pt x="834910" y="14503"/>
                  </a:lnTo>
                  <a:lnTo>
                    <a:pt x="762000" y="0"/>
                  </a:lnTo>
                  <a:lnTo>
                    <a:pt x="190500" y="0"/>
                  </a:lnTo>
                  <a:lnTo>
                    <a:pt x="117602" y="14503"/>
                  </a:lnTo>
                  <a:lnTo>
                    <a:pt x="55803" y="55803"/>
                  </a:lnTo>
                  <a:lnTo>
                    <a:pt x="14503" y="117602"/>
                  </a:lnTo>
                  <a:lnTo>
                    <a:pt x="0" y="190500"/>
                  </a:lnTo>
                  <a:lnTo>
                    <a:pt x="0" y="762000"/>
                  </a:lnTo>
                  <a:lnTo>
                    <a:pt x="14503" y="834898"/>
                  </a:lnTo>
                  <a:lnTo>
                    <a:pt x="55803" y="896708"/>
                  </a:lnTo>
                  <a:lnTo>
                    <a:pt x="117602" y="937996"/>
                  </a:lnTo>
                  <a:lnTo>
                    <a:pt x="190500" y="952500"/>
                  </a:lnTo>
                  <a:lnTo>
                    <a:pt x="762000" y="952500"/>
                  </a:lnTo>
                  <a:lnTo>
                    <a:pt x="834910" y="937996"/>
                  </a:lnTo>
                  <a:lnTo>
                    <a:pt x="896708" y="896708"/>
                  </a:lnTo>
                  <a:lnTo>
                    <a:pt x="938009" y="834898"/>
                  </a:lnTo>
                  <a:lnTo>
                    <a:pt x="952500" y="762000"/>
                  </a:lnTo>
                  <a:lnTo>
                    <a:pt x="952500" y="190500"/>
                  </a:lnTo>
                  <a:close/>
                </a:path>
                <a:path w="12896215" h="952500">
                  <a:moveTo>
                    <a:pt x="6923837" y="190500"/>
                  </a:moveTo>
                  <a:lnTo>
                    <a:pt x="6909333" y="117602"/>
                  </a:lnTo>
                  <a:lnTo>
                    <a:pt x="6868033" y="55803"/>
                  </a:lnTo>
                  <a:lnTo>
                    <a:pt x="6806235" y="14503"/>
                  </a:lnTo>
                  <a:lnTo>
                    <a:pt x="6733337" y="0"/>
                  </a:lnTo>
                  <a:lnTo>
                    <a:pt x="6161837" y="0"/>
                  </a:lnTo>
                  <a:lnTo>
                    <a:pt x="6088939" y="14503"/>
                  </a:lnTo>
                  <a:lnTo>
                    <a:pt x="6027128" y="55803"/>
                  </a:lnTo>
                  <a:lnTo>
                    <a:pt x="5985840" y="117602"/>
                  </a:lnTo>
                  <a:lnTo>
                    <a:pt x="5971337" y="190500"/>
                  </a:lnTo>
                  <a:lnTo>
                    <a:pt x="5971337" y="762000"/>
                  </a:lnTo>
                  <a:lnTo>
                    <a:pt x="5985840" y="834898"/>
                  </a:lnTo>
                  <a:lnTo>
                    <a:pt x="6027128" y="896708"/>
                  </a:lnTo>
                  <a:lnTo>
                    <a:pt x="6088939" y="937996"/>
                  </a:lnTo>
                  <a:lnTo>
                    <a:pt x="6161837" y="952500"/>
                  </a:lnTo>
                  <a:lnTo>
                    <a:pt x="6733337" y="952500"/>
                  </a:lnTo>
                  <a:lnTo>
                    <a:pt x="6806235" y="937996"/>
                  </a:lnTo>
                  <a:lnTo>
                    <a:pt x="6868033" y="896708"/>
                  </a:lnTo>
                  <a:lnTo>
                    <a:pt x="6909333" y="834898"/>
                  </a:lnTo>
                  <a:lnTo>
                    <a:pt x="6923837" y="762000"/>
                  </a:lnTo>
                  <a:lnTo>
                    <a:pt x="6923837" y="190500"/>
                  </a:lnTo>
                  <a:close/>
                </a:path>
                <a:path w="12896215" h="952500">
                  <a:moveTo>
                    <a:pt x="12896012" y="190500"/>
                  </a:moveTo>
                  <a:lnTo>
                    <a:pt x="12881509" y="117602"/>
                  </a:lnTo>
                  <a:lnTo>
                    <a:pt x="12840221" y="55803"/>
                  </a:lnTo>
                  <a:lnTo>
                    <a:pt x="12778410" y="14503"/>
                  </a:lnTo>
                  <a:lnTo>
                    <a:pt x="12705512" y="0"/>
                  </a:lnTo>
                  <a:lnTo>
                    <a:pt x="12134012" y="0"/>
                  </a:lnTo>
                  <a:lnTo>
                    <a:pt x="12061114" y="14503"/>
                  </a:lnTo>
                  <a:lnTo>
                    <a:pt x="11999303" y="55803"/>
                  </a:lnTo>
                  <a:lnTo>
                    <a:pt x="11958015" y="117602"/>
                  </a:lnTo>
                  <a:lnTo>
                    <a:pt x="11943512" y="190500"/>
                  </a:lnTo>
                  <a:lnTo>
                    <a:pt x="11943512" y="762000"/>
                  </a:lnTo>
                  <a:lnTo>
                    <a:pt x="11958015" y="834898"/>
                  </a:lnTo>
                  <a:lnTo>
                    <a:pt x="11999303" y="896708"/>
                  </a:lnTo>
                  <a:lnTo>
                    <a:pt x="12061114" y="937996"/>
                  </a:lnTo>
                  <a:lnTo>
                    <a:pt x="12134012" y="952500"/>
                  </a:lnTo>
                  <a:lnTo>
                    <a:pt x="12705512" y="952500"/>
                  </a:lnTo>
                  <a:lnTo>
                    <a:pt x="12778410" y="937996"/>
                  </a:lnTo>
                  <a:lnTo>
                    <a:pt x="12840221" y="896708"/>
                  </a:lnTo>
                  <a:lnTo>
                    <a:pt x="12881509" y="834898"/>
                  </a:lnTo>
                  <a:lnTo>
                    <a:pt x="12896012" y="762000"/>
                  </a:lnTo>
                  <a:lnTo>
                    <a:pt x="12896012" y="190500"/>
                  </a:lnTo>
                  <a:close/>
                </a:path>
              </a:pathLst>
            </a:custGeom>
            <a:solidFill>
              <a:srgbClr val="E32E6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87328" y="7182473"/>
            <a:ext cx="4483735" cy="130997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"/>
              </a:spcBef>
            </a:pPr>
            <a:r>
              <a:rPr lang="pt-PT" sz="2800" b="1" dirty="0">
                <a:solidFill>
                  <a:schemeClr val="bg1"/>
                </a:solidFill>
              </a:rPr>
              <a:t>PRODUTOS ESSENCIAIS</a:t>
            </a:r>
            <a:br>
              <a:rPr lang="pt-PT" sz="2800" dirty="0">
                <a:solidFill>
                  <a:schemeClr val="bg1"/>
                </a:solidFill>
              </a:rPr>
            </a:br>
            <a:r>
              <a:rPr lang="pt-PT" sz="2800" b="1" dirty="0">
                <a:solidFill>
                  <a:schemeClr val="bg1"/>
                </a:solidFill>
              </a:rPr>
              <a:t>DISPONÍVEIS DE FORMA RÁPIDA E AUTÓNOMA</a:t>
            </a:r>
            <a:endParaRPr sz="2800" dirty="0">
              <a:solidFill>
                <a:schemeClr val="bg1"/>
              </a:solidFill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0975" y="1944623"/>
            <a:ext cx="8391143" cy="1505711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341836" y="2048921"/>
            <a:ext cx="767588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spc="900" dirty="0"/>
              <a:t>SOLUÇÃO</a:t>
            </a:r>
            <a:endParaRPr spc="785" dirty="0"/>
          </a:p>
        </p:txBody>
      </p:sp>
      <p:sp>
        <p:nvSpPr>
          <p:cNvPr id="13" name="object 13"/>
          <p:cNvSpPr txBox="1"/>
          <p:nvPr/>
        </p:nvSpPr>
        <p:spPr>
          <a:xfrm>
            <a:off x="956391" y="5553145"/>
            <a:ext cx="4223385" cy="3667286"/>
          </a:xfrm>
          <a:prstGeom prst="rect">
            <a:avLst/>
          </a:prstGeom>
        </p:spPr>
        <p:txBody>
          <a:bodyPr vert="horz" wrap="square" lIns="0" tIns="45085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3550"/>
              </a:spcBef>
            </a:pPr>
            <a:r>
              <a:rPr lang="pt-PT" sz="5100" spc="-50" dirty="0">
                <a:solidFill>
                  <a:srgbClr val="FFFFFF"/>
                </a:solidFill>
                <a:latin typeface="SimSun-ExtB"/>
                <a:cs typeface="SimSun-ExtB"/>
              </a:rPr>
              <a:t>🤖</a:t>
            </a:r>
          </a:p>
          <a:p>
            <a:pPr marL="12700" marR="5080">
              <a:lnSpc>
                <a:spcPct val="102699"/>
              </a:lnSpc>
              <a:spcBef>
                <a:spcPts val="1780"/>
              </a:spcBef>
            </a:pPr>
            <a:r>
              <a:rPr lang="pt-PT" sz="2800" b="1" dirty="0">
                <a:solidFill>
                  <a:schemeClr val="bg1"/>
                </a:solidFill>
              </a:rPr>
              <a:t>MÁQUINAS VENDING MODERNAS</a:t>
            </a:r>
            <a:br>
              <a:rPr lang="pt-PT" sz="2800" dirty="0">
                <a:solidFill>
                  <a:schemeClr val="bg1"/>
                </a:solidFill>
              </a:rPr>
            </a:br>
            <a:r>
              <a:rPr lang="pt-PT" sz="2800" b="1" dirty="0">
                <a:solidFill>
                  <a:schemeClr val="bg1"/>
                </a:solidFill>
              </a:rPr>
              <a:t>DESENVOLVIDAS PARA ESPAÇOS COM ELEVADO MOVIMENTO</a:t>
            </a:r>
            <a:endParaRPr lang="en-US" sz="2800" dirty="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57910" y="5929741"/>
            <a:ext cx="4496393" cy="3427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5"/>
              </a:spcBef>
            </a:pPr>
            <a:r>
              <a:rPr sz="5750" spc="-50" dirty="0">
                <a:solidFill>
                  <a:srgbClr val="FFFFFF"/>
                </a:solidFill>
                <a:latin typeface="SimSun-ExtB"/>
                <a:cs typeface="SimSun-ExtB"/>
              </a:rPr>
              <a:t>💸</a:t>
            </a:r>
            <a:endParaRPr lang="pt-PT" sz="5750" spc="-50" dirty="0">
              <a:solidFill>
                <a:srgbClr val="FFFFFF"/>
              </a:solidFill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lang="pt-PT" sz="2800" b="1" dirty="0">
                <a:solidFill>
                  <a:schemeClr val="bg1"/>
                </a:solidFill>
              </a:rPr>
              <a:t>RECEITA EXTRA</a:t>
            </a:r>
            <a:br>
              <a:rPr lang="pt-PT" sz="2800" dirty="0">
                <a:solidFill>
                  <a:schemeClr val="bg1"/>
                </a:solidFill>
              </a:rPr>
            </a:br>
            <a:r>
              <a:rPr lang="pt-PT" sz="2800" b="1" dirty="0">
                <a:solidFill>
                  <a:schemeClr val="bg1"/>
                </a:solidFill>
              </a:rPr>
              <a:t>ATRAVÉS DE PUBLICIDADE E EXPERIÊNCIAS INTERATIVAS</a:t>
            </a:r>
            <a:endParaRPr lang="en-US" sz="2800" b="1" dirty="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49162" y="6066242"/>
            <a:ext cx="468630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395" dirty="0">
                <a:solidFill>
                  <a:srgbClr val="FFFFFF"/>
                </a:solidFill>
                <a:latin typeface="SimSun-ExtB"/>
                <a:cs typeface="SimSun-ExtB"/>
              </a:rPr>
              <a:t>🛒</a:t>
            </a:r>
            <a:endParaRPr sz="3800" dirty="0">
              <a:latin typeface="SimSun-ExtB"/>
              <a:cs typeface="SimSun-ExtB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3FEA743E-EB42-0B94-9C1F-774B88192C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5466" y="190500"/>
            <a:ext cx="4333263" cy="5362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E8FE7A-253F-AB7C-D1BD-F3AC42A8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B03C61C7-B74D-E37D-D3E5-7BF8C01AE32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9"/>
            <a:ext cx="18288000" cy="10286999"/>
          </a:xfrm>
          <a:prstGeom prst="rect">
            <a:avLst/>
          </a:prstGeom>
        </p:spPr>
      </p:pic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52D3F8D2-26B2-BE01-6600-09F1C9138E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0034"/>
            <a:ext cx="7636509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spc="660" dirty="0"/>
              <a:t>MÁQUINAS</a:t>
            </a:r>
            <a:endParaRPr spc="66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29A103E-64B7-3B35-619E-911C59751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937577" y="2626018"/>
            <a:ext cx="8586197" cy="646650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7F58F96-7179-DD0B-F24C-3D83A45C3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0300" y="2032007"/>
            <a:ext cx="5867400" cy="744160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C185CCA6-24EC-8EDD-E77D-689475F41E67}"/>
              </a:ext>
            </a:extLst>
          </p:cNvPr>
          <p:cNvSpPr txBox="1"/>
          <p:nvPr/>
        </p:nvSpPr>
        <p:spPr>
          <a:xfrm>
            <a:off x="2590800" y="2066252"/>
            <a:ext cx="9847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ZURA MINI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A2CAAE0-0729-C647-C9B7-4F39F3153202}"/>
              </a:ext>
            </a:extLst>
          </p:cNvPr>
          <p:cNvSpPr txBox="1"/>
          <p:nvPr/>
        </p:nvSpPr>
        <p:spPr>
          <a:xfrm>
            <a:off x="8567206" y="2053096"/>
            <a:ext cx="9847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ZURA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9F651BF-FDA6-DAE8-4D08-D42BCDA3E7F8}"/>
              </a:ext>
            </a:extLst>
          </p:cNvPr>
          <p:cNvSpPr txBox="1"/>
          <p:nvPr/>
        </p:nvSpPr>
        <p:spPr>
          <a:xfrm>
            <a:off x="14650358" y="1981353"/>
            <a:ext cx="9847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ZURA BIG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B9AFF0-303D-B1AE-FF38-3618CFE90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3179" y="1562100"/>
            <a:ext cx="7079342" cy="922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6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EE0739-781F-C839-3E82-C4885356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C5032BD7-3909-BB09-29C7-B86357F8732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9"/>
            <a:ext cx="18288000" cy="10286999"/>
          </a:xfrm>
          <a:prstGeom prst="rect">
            <a:avLst/>
          </a:prstGeom>
        </p:spPr>
      </p:pic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1CBA01E1-DC1E-C31E-7617-80BC8FC618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31591"/>
            <a:ext cx="11620500" cy="1136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spc="660" dirty="0"/>
              <a:t>MÁQUINAS</a:t>
            </a:r>
            <a:endParaRPr spc="66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9A3549-DCD6-6474-FAA4-605C6441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45" b="8401"/>
          <a:stretch>
            <a:fillRect/>
          </a:stretch>
        </p:blipFill>
        <p:spPr>
          <a:xfrm>
            <a:off x="432619" y="723900"/>
            <a:ext cx="3581401" cy="546512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7F82770-8A35-E09A-63F8-E1C1F3C7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42" t="4894" r="1522" b="7901"/>
          <a:stretch>
            <a:fillRect/>
          </a:stretch>
        </p:blipFill>
        <p:spPr>
          <a:xfrm>
            <a:off x="11874260" y="431590"/>
            <a:ext cx="5880342" cy="362829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700AD6D-2A5C-A385-7589-826278B6784C}"/>
              </a:ext>
            </a:extLst>
          </p:cNvPr>
          <p:cNvSpPr txBox="1"/>
          <p:nvPr/>
        </p:nvSpPr>
        <p:spPr>
          <a:xfrm>
            <a:off x="3986880" y="2117973"/>
            <a:ext cx="9218140" cy="1685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✔ </a:t>
            </a:r>
            <a:r>
              <a:rPr lang="pt-PT" sz="2400" b="1" dirty="0">
                <a:solidFill>
                  <a:schemeClr val="bg1"/>
                </a:solidFill>
              </a:rPr>
              <a:t>Prevenção de Vendas a Menores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✔ </a:t>
            </a:r>
            <a:r>
              <a:rPr lang="pt-PT" sz="2400" b="1" dirty="0">
                <a:solidFill>
                  <a:schemeClr val="bg1"/>
                </a:solidFill>
              </a:rPr>
              <a:t>Cumprimento das Normas Legais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✔ </a:t>
            </a:r>
            <a:r>
              <a:rPr lang="pt-PT" sz="2400" b="1" dirty="0">
                <a:solidFill>
                  <a:schemeClr val="bg1"/>
                </a:solidFill>
              </a:rPr>
              <a:t>Experiência de Compra Rápida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D446C-FA28-D937-6663-395AE0175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896914" y="4491484"/>
            <a:ext cx="7239000" cy="545189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FA25CE-F186-E31E-BD98-21C8F3038329}"/>
              </a:ext>
            </a:extLst>
          </p:cNvPr>
          <p:cNvSpPr txBox="1"/>
          <p:nvPr/>
        </p:nvSpPr>
        <p:spPr>
          <a:xfrm>
            <a:off x="7270922" y="5173352"/>
            <a:ext cx="9613556" cy="390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Verificação Automática de Idade</a:t>
            </a:r>
          </a:p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Pagamentos Rápidos e </a:t>
            </a:r>
            <a:r>
              <a:rPr lang="pt-PT" sz="2400" b="1" dirty="0" err="1">
                <a:solidFill>
                  <a:schemeClr val="bg1"/>
                </a:solidFill>
              </a:rPr>
              <a:t>Cashless</a:t>
            </a:r>
            <a:endParaRPr lang="pt-PT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Interface Tátil Intuitiva</a:t>
            </a:r>
          </a:p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Gestão Remota em Tempo Real</a:t>
            </a:r>
          </a:p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Espaço para Publicidade e Parcerias</a:t>
            </a:r>
          </a:p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Máquina Personalizável ao Espaço</a:t>
            </a:r>
          </a:p>
          <a:p>
            <a:pPr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✔ Produtos Adaptados ao Local</a:t>
            </a:r>
          </a:p>
        </p:txBody>
      </p:sp>
    </p:spTree>
    <p:extLst>
      <p:ext uri="{BB962C8B-B14F-4D97-AF65-F5344CB8AC3E}">
        <p14:creationId xmlns:p14="http://schemas.microsoft.com/office/powerpoint/2010/main" val="24492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E37BA3-50C0-DE30-55E3-C250AB52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7D5CEC53-1FB5-7171-B4AD-443C6CF689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9"/>
            <a:ext cx="18288000" cy="10286999"/>
          </a:xfrm>
          <a:prstGeom prst="rect">
            <a:avLst/>
          </a:prstGeom>
        </p:spPr>
      </p:pic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85887577-D31A-3252-D2A9-2381A503E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998" y="301104"/>
            <a:ext cx="7636509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spc="660" dirty="0"/>
              <a:t>PRÉMIOS</a:t>
            </a:r>
            <a:endParaRPr spc="66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F86F7-7D61-5EC4-F0CE-1E634B8AC5AE}"/>
              </a:ext>
            </a:extLst>
          </p:cNvPr>
          <p:cNvSpPr txBox="1"/>
          <p:nvPr/>
        </p:nvSpPr>
        <p:spPr>
          <a:xfrm>
            <a:off x="609600" y="1556680"/>
            <a:ext cx="91988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</a:rPr>
              <a:t>🟢 </a:t>
            </a:r>
            <a:r>
              <a:rPr lang="pt-PT" sz="2400" b="1" dirty="0">
                <a:solidFill>
                  <a:schemeClr val="bg1"/>
                </a:solidFill>
              </a:rPr>
              <a:t>COMMON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Ventoinhas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Patos de borracha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Livros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Porta-chaves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2C408F-9251-5C11-03E7-5E250F30967A}"/>
              </a:ext>
            </a:extLst>
          </p:cNvPr>
          <p:cNvSpPr txBox="1"/>
          <p:nvPr/>
        </p:nvSpPr>
        <p:spPr>
          <a:xfrm>
            <a:off x="4078516" y="1520298"/>
            <a:ext cx="9198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</a:rPr>
              <a:t>🔵 </a:t>
            </a:r>
            <a:r>
              <a:rPr lang="pt-PT" sz="2400" b="1" dirty="0">
                <a:solidFill>
                  <a:schemeClr val="bg1"/>
                </a:solidFill>
              </a:rPr>
              <a:t>RARE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Garrafas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Cartas Pokémon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 err="1">
                <a:solidFill>
                  <a:schemeClr val="bg1"/>
                </a:solidFill>
              </a:rPr>
              <a:t>Gift</a:t>
            </a:r>
            <a:r>
              <a:rPr lang="pt-PT" sz="2400" dirty="0">
                <a:solidFill>
                  <a:schemeClr val="bg1"/>
                </a:solidFill>
              </a:rPr>
              <a:t> </a:t>
            </a:r>
            <a:r>
              <a:rPr lang="pt-PT" sz="2400" dirty="0" err="1">
                <a:solidFill>
                  <a:schemeClr val="bg1"/>
                </a:solidFill>
              </a:rPr>
              <a:t>Cards</a:t>
            </a:r>
            <a:endParaRPr lang="pt-PT" sz="2400" dirty="0">
              <a:solidFill>
                <a:schemeClr val="bg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AF61196-E193-47F6-2AB5-C500AFAF0792}"/>
              </a:ext>
            </a:extLst>
          </p:cNvPr>
          <p:cNvSpPr txBox="1"/>
          <p:nvPr/>
        </p:nvSpPr>
        <p:spPr>
          <a:xfrm>
            <a:off x="7545107" y="1477124"/>
            <a:ext cx="9198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</a:rPr>
              <a:t>🟣 </a:t>
            </a:r>
            <a:r>
              <a:rPr lang="pt-PT" sz="2400" b="1" dirty="0">
                <a:solidFill>
                  <a:schemeClr val="bg1"/>
                </a:solidFill>
              </a:rPr>
              <a:t>EPIC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 err="1">
                <a:solidFill>
                  <a:schemeClr val="bg1"/>
                </a:solidFill>
              </a:rPr>
              <a:t>Funko</a:t>
            </a:r>
            <a:r>
              <a:rPr lang="pt-PT" sz="2400" dirty="0">
                <a:solidFill>
                  <a:schemeClr val="bg1"/>
                </a:solidFill>
              </a:rPr>
              <a:t> Pop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Headphones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 err="1">
                <a:solidFill>
                  <a:schemeClr val="bg1"/>
                </a:solidFill>
              </a:rPr>
              <a:t>Power</a:t>
            </a:r>
            <a:r>
              <a:rPr lang="pt-PT" sz="2400" dirty="0">
                <a:solidFill>
                  <a:schemeClr val="bg1"/>
                </a:solidFill>
              </a:rPr>
              <a:t> </a:t>
            </a:r>
            <a:r>
              <a:rPr lang="pt-PT" sz="2400" dirty="0" err="1">
                <a:solidFill>
                  <a:schemeClr val="bg1"/>
                </a:solidFill>
              </a:rPr>
              <a:t>Banks</a:t>
            </a:r>
            <a:endParaRPr lang="pt-PT" sz="2400" dirty="0">
              <a:solidFill>
                <a:schemeClr val="bg1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50EC482-0612-ECA3-C70C-CD1FE5EF8688}"/>
              </a:ext>
            </a:extLst>
          </p:cNvPr>
          <p:cNvSpPr txBox="1"/>
          <p:nvPr/>
        </p:nvSpPr>
        <p:spPr>
          <a:xfrm>
            <a:off x="10511827" y="1498711"/>
            <a:ext cx="9198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</a:rPr>
              <a:t>🟡 </a:t>
            </a:r>
            <a:r>
              <a:rPr lang="pt-PT" sz="2400" b="1" dirty="0">
                <a:solidFill>
                  <a:schemeClr val="bg1"/>
                </a:solidFill>
              </a:rPr>
              <a:t>LEGENDARY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Jantares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Experiências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Camisolas Oficiais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8EA8BB8-8F56-AA7E-6D75-966D557DC3AF}"/>
              </a:ext>
            </a:extLst>
          </p:cNvPr>
          <p:cNvSpPr txBox="1"/>
          <p:nvPr/>
        </p:nvSpPr>
        <p:spPr>
          <a:xfrm>
            <a:off x="14325745" y="1490215"/>
            <a:ext cx="106317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chemeClr val="bg1"/>
                </a:solidFill>
              </a:rPr>
              <a:t>🔴 </a:t>
            </a:r>
            <a:r>
              <a:rPr lang="pt-PT" sz="2400" b="1" dirty="0">
                <a:solidFill>
                  <a:schemeClr val="bg1"/>
                </a:solidFill>
              </a:rPr>
              <a:t>MYTHIC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iPhone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>
                <a:solidFill>
                  <a:schemeClr val="bg1"/>
                </a:solidFill>
              </a:rPr>
              <a:t>Viagens</a:t>
            </a:r>
            <a:br>
              <a:rPr lang="pt-PT" sz="2400" dirty="0">
                <a:solidFill>
                  <a:schemeClr val="bg1"/>
                </a:solidFill>
              </a:rPr>
            </a:br>
            <a:r>
              <a:rPr lang="pt-PT" sz="2400" dirty="0" err="1">
                <a:solidFill>
                  <a:schemeClr val="bg1"/>
                </a:solidFill>
              </a:rPr>
              <a:t>AirPods</a:t>
            </a:r>
            <a:endParaRPr lang="pt-PT" sz="2400" dirty="0">
              <a:solidFill>
                <a:schemeClr val="bg1"/>
              </a:solidFill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1C3B037A-CCF5-D952-66EF-4144F954F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739" y="3388275"/>
            <a:ext cx="12604971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84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37559" y="324864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90499" y="0"/>
                  </a:moveTo>
                  <a:lnTo>
                    <a:pt x="762000" y="0"/>
                  </a:lnTo>
                  <a:lnTo>
                    <a:pt x="799338" y="3694"/>
                  </a:lnTo>
                  <a:lnTo>
                    <a:pt x="867689" y="32006"/>
                  </a:lnTo>
                  <a:lnTo>
                    <a:pt x="920493" y="84810"/>
                  </a:lnTo>
                  <a:lnTo>
                    <a:pt x="948805" y="153161"/>
                  </a:lnTo>
                  <a:lnTo>
                    <a:pt x="952500" y="190500"/>
                  </a:lnTo>
                  <a:lnTo>
                    <a:pt x="952500" y="762000"/>
                  </a:lnTo>
                  <a:lnTo>
                    <a:pt x="937999" y="834901"/>
                  </a:lnTo>
                  <a:lnTo>
                    <a:pt x="896703" y="896703"/>
                  </a:lnTo>
                  <a:lnTo>
                    <a:pt x="834901" y="937999"/>
                  </a:lnTo>
                  <a:lnTo>
                    <a:pt x="762000" y="952500"/>
                  </a:lnTo>
                  <a:lnTo>
                    <a:pt x="190499" y="952500"/>
                  </a:lnTo>
                  <a:lnTo>
                    <a:pt x="117598" y="937999"/>
                  </a:lnTo>
                  <a:lnTo>
                    <a:pt x="55796" y="896703"/>
                  </a:lnTo>
                  <a:lnTo>
                    <a:pt x="14500" y="834901"/>
                  </a:lnTo>
                  <a:lnTo>
                    <a:pt x="0" y="762000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0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E3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3850" y="3463949"/>
              <a:ext cx="589280" cy="637540"/>
            </a:xfrm>
            <a:custGeom>
              <a:avLst/>
              <a:gdLst/>
              <a:ahLst/>
              <a:cxnLst/>
              <a:rect l="l" t="t" r="r" b="b"/>
              <a:pathLst>
                <a:path w="589280" h="637539">
                  <a:moveTo>
                    <a:pt x="589178" y="429437"/>
                  </a:moveTo>
                  <a:lnTo>
                    <a:pt x="586155" y="426453"/>
                  </a:lnTo>
                  <a:lnTo>
                    <a:pt x="583184" y="423443"/>
                  </a:lnTo>
                  <a:lnTo>
                    <a:pt x="578281" y="423443"/>
                  </a:lnTo>
                  <a:lnTo>
                    <a:pt x="575297" y="426453"/>
                  </a:lnTo>
                  <a:lnTo>
                    <a:pt x="442887" y="559193"/>
                  </a:lnTo>
                  <a:lnTo>
                    <a:pt x="429209" y="557377"/>
                  </a:lnTo>
                  <a:lnTo>
                    <a:pt x="429209" y="572909"/>
                  </a:lnTo>
                  <a:lnTo>
                    <a:pt x="383324" y="618909"/>
                  </a:lnTo>
                  <a:lnTo>
                    <a:pt x="323113" y="558800"/>
                  </a:lnTo>
                  <a:lnTo>
                    <a:pt x="429209" y="572909"/>
                  </a:lnTo>
                  <a:lnTo>
                    <a:pt x="429209" y="557377"/>
                  </a:lnTo>
                  <a:lnTo>
                    <a:pt x="305181" y="540880"/>
                  </a:lnTo>
                  <a:lnTo>
                    <a:pt x="57073" y="293077"/>
                  </a:lnTo>
                  <a:lnTo>
                    <a:pt x="291160" y="58991"/>
                  </a:lnTo>
                  <a:lnTo>
                    <a:pt x="484187" y="252018"/>
                  </a:lnTo>
                  <a:lnTo>
                    <a:pt x="489089" y="252018"/>
                  </a:lnTo>
                  <a:lnTo>
                    <a:pt x="495046" y="246062"/>
                  </a:lnTo>
                  <a:lnTo>
                    <a:pt x="495046" y="241160"/>
                  </a:lnTo>
                  <a:lnTo>
                    <a:pt x="299567" y="45694"/>
                  </a:lnTo>
                  <a:lnTo>
                    <a:pt x="293611" y="39725"/>
                  </a:lnTo>
                  <a:lnTo>
                    <a:pt x="280301" y="26428"/>
                  </a:lnTo>
                  <a:lnTo>
                    <a:pt x="280301" y="48133"/>
                  </a:lnTo>
                  <a:lnTo>
                    <a:pt x="46202" y="282219"/>
                  </a:lnTo>
                  <a:lnTo>
                    <a:pt x="36410" y="272427"/>
                  </a:lnTo>
                  <a:lnTo>
                    <a:pt x="270510" y="38328"/>
                  </a:lnTo>
                  <a:lnTo>
                    <a:pt x="280301" y="48133"/>
                  </a:lnTo>
                  <a:lnTo>
                    <a:pt x="280301" y="26428"/>
                  </a:lnTo>
                  <a:lnTo>
                    <a:pt x="278472" y="24599"/>
                  </a:lnTo>
                  <a:lnTo>
                    <a:pt x="278523" y="23825"/>
                  </a:lnTo>
                  <a:lnTo>
                    <a:pt x="275348" y="20167"/>
                  </a:lnTo>
                  <a:lnTo>
                    <a:pt x="273939" y="20066"/>
                  </a:lnTo>
                  <a:lnTo>
                    <a:pt x="272961" y="19075"/>
                  </a:lnTo>
                  <a:lnTo>
                    <a:pt x="268058" y="19075"/>
                  </a:lnTo>
                  <a:lnTo>
                    <a:pt x="267550" y="19583"/>
                  </a:lnTo>
                  <a:lnTo>
                    <a:pt x="253174" y="18516"/>
                  </a:lnTo>
                  <a:lnTo>
                    <a:pt x="253174" y="33959"/>
                  </a:lnTo>
                  <a:lnTo>
                    <a:pt x="32131" y="254990"/>
                  </a:lnTo>
                  <a:lnTo>
                    <a:pt x="16090" y="16192"/>
                  </a:lnTo>
                  <a:lnTo>
                    <a:pt x="253174" y="33959"/>
                  </a:lnTo>
                  <a:lnTo>
                    <a:pt x="253174" y="18516"/>
                  </a:lnTo>
                  <a:lnTo>
                    <a:pt x="8407" y="139"/>
                  </a:lnTo>
                  <a:lnTo>
                    <a:pt x="6146" y="0"/>
                  </a:lnTo>
                  <a:lnTo>
                    <a:pt x="3987" y="774"/>
                  </a:lnTo>
                  <a:lnTo>
                    <a:pt x="812" y="3898"/>
                  </a:lnTo>
                  <a:lnTo>
                    <a:pt x="0" y="6096"/>
                  </a:lnTo>
                  <a:lnTo>
                    <a:pt x="17868" y="272402"/>
                  </a:lnTo>
                  <a:lnTo>
                    <a:pt x="17868" y="274447"/>
                  </a:lnTo>
                  <a:lnTo>
                    <a:pt x="18021" y="274828"/>
                  </a:lnTo>
                  <a:lnTo>
                    <a:pt x="18161" y="276987"/>
                  </a:lnTo>
                  <a:lnTo>
                    <a:pt x="21564" y="280111"/>
                  </a:lnTo>
                  <a:lnTo>
                    <a:pt x="22377" y="280111"/>
                  </a:lnTo>
                  <a:lnTo>
                    <a:pt x="37795" y="295516"/>
                  </a:lnTo>
                  <a:lnTo>
                    <a:pt x="42265" y="299999"/>
                  </a:lnTo>
                  <a:lnTo>
                    <a:pt x="293166" y="550557"/>
                  </a:lnTo>
                  <a:lnTo>
                    <a:pt x="293077" y="551345"/>
                  </a:lnTo>
                  <a:lnTo>
                    <a:pt x="296011" y="555180"/>
                  </a:lnTo>
                  <a:lnTo>
                    <a:pt x="298081" y="555459"/>
                  </a:lnTo>
                  <a:lnTo>
                    <a:pt x="379387" y="636638"/>
                  </a:lnTo>
                  <a:lnTo>
                    <a:pt x="381355" y="637451"/>
                  </a:lnTo>
                  <a:lnTo>
                    <a:pt x="383374" y="637451"/>
                  </a:lnTo>
                  <a:lnTo>
                    <a:pt x="385445" y="637451"/>
                  </a:lnTo>
                  <a:lnTo>
                    <a:pt x="387362" y="636638"/>
                  </a:lnTo>
                  <a:lnTo>
                    <a:pt x="388759" y="635203"/>
                  </a:lnTo>
                  <a:lnTo>
                    <a:pt x="448792" y="575017"/>
                  </a:lnTo>
                  <a:lnTo>
                    <a:pt x="449618" y="575017"/>
                  </a:lnTo>
                  <a:lnTo>
                    <a:pt x="452920" y="572223"/>
                  </a:lnTo>
                  <a:lnTo>
                    <a:pt x="453123" y="570674"/>
                  </a:lnTo>
                  <a:lnTo>
                    <a:pt x="586155" y="437311"/>
                  </a:lnTo>
                  <a:lnTo>
                    <a:pt x="589178" y="434340"/>
                  </a:lnTo>
                  <a:lnTo>
                    <a:pt x="589178" y="429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647" y="3348289"/>
              <a:ext cx="210608" cy="2351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58874" y="3630383"/>
              <a:ext cx="516890" cy="327025"/>
            </a:xfrm>
            <a:custGeom>
              <a:avLst/>
              <a:gdLst/>
              <a:ahLst/>
              <a:cxnLst/>
              <a:rect l="l" t="t" r="r" b="b"/>
              <a:pathLst>
                <a:path w="516889" h="327025">
                  <a:moveTo>
                    <a:pt x="102412" y="43027"/>
                  </a:moveTo>
                  <a:lnTo>
                    <a:pt x="100355" y="32080"/>
                  </a:lnTo>
                  <a:lnTo>
                    <a:pt x="94195" y="22377"/>
                  </a:lnTo>
                  <a:lnTo>
                    <a:pt x="91173" y="19354"/>
                  </a:lnTo>
                  <a:lnTo>
                    <a:pt x="88430" y="16611"/>
                  </a:lnTo>
                  <a:lnTo>
                    <a:pt x="88430" y="47396"/>
                  </a:lnTo>
                  <a:lnTo>
                    <a:pt x="83286" y="52971"/>
                  </a:lnTo>
                  <a:lnTo>
                    <a:pt x="77673" y="58153"/>
                  </a:lnTo>
                  <a:lnTo>
                    <a:pt x="68935" y="58153"/>
                  </a:lnTo>
                  <a:lnTo>
                    <a:pt x="63309" y="52971"/>
                  </a:lnTo>
                  <a:lnTo>
                    <a:pt x="56781" y="46291"/>
                  </a:lnTo>
                  <a:lnTo>
                    <a:pt x="56781" y="76936"/>
                  </a:lnTo>
                  <a:lnTo>
                    <a:pt x="55283" y="80492"/>
                  </a:lnTo>
                  <a:lnTo>
                    <a:pt x="47358" y="88366"/>
                  </a:lnTo>
                  <a:lnTo>
                    <a:pt x="38569" y="88366"/>
                  </a:lnTo>
                  <a:lnTo>
                    <a:pt x="33007" y="83185"/>
                  </a:lnTo>
                  <a:lnTo>
                    <a:pt x="19265" y="69494"/>
                  </a:lnTo>
                  <a:lnTo>
                    <a:pt x="38671" y="49758"/>
                  </a:lnTo>
                  <a:lnTo>
                    <a:pt x="52501" y="63919"/>
                  </a:lnTo>
                  <a:lnTo>
                    <a:pt x="55245" y="66509"/>
                  </a:lnTo>
                  <a:lnTo>
                    <a:pt x="56680" y="69735"/>
                  </a:lnTo>
                  <a:lnTo>
                    <a:pt x="56781" y="76936"/>
                  </a:lnTo>
                  <a:lnTo>
                    <a:pt x="56781" y="46291"/>
                  </a:lnTo>
                  <a:lnTo>
                    <a:pt x="49568" y="38900"/>
                  </a:lnTo>
                  <a:lnTo>
                    <a:pt x="69405" y="19354"/>
                  </a:lnTo>
                  <a:lnTo>
                    <a:pt x="83146" y="33083"/>
                  </a:lnTo>
                  <a:lnTo>
                    <a:pt x="88379" y="38658"/>
                  </a:lnTo>
                  <a:lnTo>
                    <a:pt x="88430" y="47396"/>
                  </a:lnTo>
                  <a:lnTo>
                    <a:pt x="88430" y="16611"/>
                  </a:lnTo>
                  <a:lnTo>
                    <a:pt x="71818" y="0"/>
                  </a:lnTo>
                  <a:lnTo>
                    <a:pt x="67056" y="0"/>
                  </a:lnTo>
                  <a:lnTo>
                    <a:pt x="33286" y="33235"/>
                  </a:lnTo>
                  <a:lnTo>
                    <a:pt x="30314" y="36207"/>
                  </a:lnTo>
                  <a:lnTo>
                    <a:pt x="30302" y="36410"/>
                  </a:lnTo>
                  <a:lnTo>
                    <a:pt x="2984" y="64160"/>
                  </a:lnTo>
                  <a:lnTo>
                    <a:pt x="0" y="67132"/>
                  </a:lnTo>
                  <a:lnTo>
                    <a:pt x="50" y="71996"/>
                  </a:lnTo>
                  <a:lnTo>
                    <a:pt x="22250" y="94183"/>
                  </a:lnTo>
                  <a:lnTo>
                    <a:pt x="27952" y="99555"/>
                  </a:lnTo>
                  <a:lnTo>
                    <a:pt x="35306" y="102539"/>
                  </a:lnTo>
                  <a:lnTo>
                    <a:pt x="50723" y="102539"/>
                  </a:lnTo>
                  <a:lnTo>
                    <a:pt x="57975" y="99555"/>
                  </a:lnTo>
                  <a:lnTo>
                    <a:pt x="69215" y="88366"/>
                  </a:lnTo>
                  <a:lnTo>
                    <a:pt x="72199" y="80924"/>
                  </a:lnTo>
                  <a:lnTo>
                    <a:pt x="72072" y="72237"/>
                  </a:lnTo>
                  <a:lnTo>
                    <a:pt x="80746" y="72237"/>
                  </a:lnTo>
                  <a:lnTo>
                    <a:pt x="88150" y="69494"/>
                  </a:lnTo>
                  <a:lnTo>
                    <a:pt x="94195" y="63677"/>
                  </a:lnTo>
                  <a:lnTo>
                    <a:pt x="97701" y="58153"/>
                  </a:lnTo>
                  <a:lnTo>
                    <a:pt x="100355" y="53975"/>
                  </a:lnTo>
                  <a:lnTo>
                    <a:pt x="102412" y="43027"/>
                  </a:lnTo>
                  <a:close/>
                </a:path>
                <a:path w="516889" h="327025">
                  <a:moveTo>
                    <a:pt x="155206" y="95427"/>
                  </a:moveTo>
                  <a:lnTo>
                    <a:pt x="155130" y="95097"/>
                  </a:lnTo>
                  <a:lnTo>
                    <a:pt x="153009" y="84416"/>
                  </a:lnTo>
                  <a:lnTo>
                    <a:pt x="146443" y="74637"/>
                  </a:lnTo>
                  <a:lnTo>
                    <a:pt x="143471" y="71653"/>
                  </a:lnTo>
                  <a:lnTo>
                    <a:pt x="139827" y="68008"/>
                  </a:lnTo>
                  <a:lnTo>
                    <a:pt x="139827" y="91732"/>
                  </a:lnTo>
                  <a:lnTo>
                    <a:pt x="139827" y="99123"/>
                  </a:lnTo>
                  <a:lnTo>
                    <a:pt x="138328" y="102628"/>
                  </a:lnTo>
                  <a:lnTo>
                    <a:pt x="130403" y="110553"/>
                  </a:lnTo>
                  <a:lnTo>
                    <a:pt x="121373" y="110553"/>
                  </a:lnTo>
                  <a:lnTo>
                    <a:pt x="118719" y="107911"/>
                  </a:lnTo>
                  <a:lnTo>
                    <a:pt x="117246" y="104838"/>
                  </a:lnTo>
                  <a:lnTo>
                    <a:pt x="114858" y="104051"/>
                  </a:lnTo>
                  <a:lnTo>
                    <a:pt x="101968" y="91147"/>
                  </a:lnTo>
                  <a:lnTo>
                    <a:pt x="121754" y="71653"/>
                  </a:lnTo>
                  <a:lnTo>
                    <a:pt x="138328" y="88226"/>
                  </a:lnTo>
                  <a:lnTo>
                    <a:pt x="139827" y="91732"/>
                  </a:lnTo>
                  <a:lnTo>
                    <a:pt x="139827" y="68008"/>
                  </a:lnTo>
                  <a:lnTo>
                    <a:pt x="124218" y="52400"/>
                  </a:lnTo>
                  <a:lnTo>
                    <a:pt x="119456" y="52400"/>
                  </a:lnTo>
                  <a:lnTo>
                    <a:pt x="88658" y="82702"/>
                  </a:lnTo>
                  <a:lnTo>
                    <a:pt x="85686" y="85636"/>
                  </a:lnTo>
                  <a:lnTo>
                    <a:pt x="84201" y="87071"/>
                  </a:lnTo>
                  <a:lnTo>
                    <a:pt x="84137" y="87198"/>
                  </a:lnTo>
                  <a:lnTo>
                    <a:pt x="52362" y="119494"/>
                  </a:lnTo>
                  <a:lnTo>
                    <a:pt x="52400" y="124345"/>
                  </a:lnTo>
                  <a:lnTo>
                    <a:pt x="56921" y="128803"/>
                  </a:lnTo>
                  <a:lnTo>
                    <a:pt x="58851" y="129527"/>
                  </a:lnTo>
                  <a:lnTo>
                    <a:pt x="60820" y="129527"/>
                  </a:lnTo>
                  <a:lnTo>
                    <a:pt x="62788" y="129527"/>
                  </a:lnTo>
                  <a:lnTo>
                    <a:pt x="64808" y="128765"/>
                  </a:lnTo>
                  <a:lnTo>
                    <a:pt x="66294" y="127228"/>
                  </a:lnTo>
                  <a:lnTo>
                    <a:pt x="91109" y="102019"/>
                  </a:lnTo>
                  <a:lnTo>
                    <a:pt x="101917" y="112826"/>
                  </a:lnTo>
                  <a:lnTo>
                    <a:pt x="88569" y="152006"/>
                  </a:lnTo>
                  <a:lnTo>
                    <a:pt x="87236" y="156044"/>
                  </a:lnTo>
                  <a:lnTo>
                    <a:pt x="89344" y="160413"/>
                  </a:lnTo>
                  <a:lnTo>
                    <a:pt x="94195" y="162052"/>
                  </a:lnTo>
                  <a:lnTo>
                    <a:pt x="95059" y="162191"/>
                  </a:lnTo>
                  <a:lnTo>
                    <a:pt x="95872" y="162191"/>
                  </a:lnTo>
                  <a:lnTo>
                    <a:pt x="99085" y="162191"/>
                  </a:lnTo>
                  <a:lnTo>
                    <a:pt x="102069" y="160172"/>
                  </a:lnTo>
                  <a:lnTo>
                    <a:pt x="103136" y="156946"/>
                  </a:lnTo>
                  <a:lnTo>
                    <a:pt x="114630" y="123190"/>
                  </a:lnTo>
                  <a:lnTo>
                    <a:pt x="118402" y="124587"/>
                  </a:lnTo>
                  <a:lnTo>
                    <a:pt x="133388" y="124587"/>
                  </a:lnTo>
                  <a:lnTo>
                    <a:pt x="140881" y="121793"/>
                  </a:lnTo>
                  <a:lnTo>
                    <a:pt x="146443" y="116217"/>
                  </a:lnTo>
                  <a:lnTo>
                    <a:pt x="150253" y="110553"/>
                  </a:lnTo>
                  <a:lnTo>
                    <a:pt x="153009" y="106438"/>
                  </a:lnTo>
                  <a:lnTo>
                    <a:pt x="155206" y="95427"/>
                  </a:lnTo>
                  <a:close/>
                </a:path>
                <a:path w="516889" h="327025">
                  <a:moveTo>
                    <a:pt x="205536" y="136982"/>
                  </a:moveTo>
                  <a:lnTo>
                    <a:pt x="204901" y="133565"/>
                  </a:lnTo>
                  <a:lnTo>
                    <a:pt x="200393" y="129057"/>
                  </a:lnTo>
                  <a:lnTo>
                    <a:pt x="196977" y="128422"/>
                  </a:lnTo>
                  <a:lnTo>
                    <a:pt x="182092" y="135026"/>
                  </a:lnTo>
                  <a:lnTo>
                    <a:pt x="182092" y="151866"/>
                  </a:lnTo>
                  <a:lnTo>
                    <a:pt x="170167" y="178574"/>
                  </a:lnTo>
                  <a:lnTo>
                    <a:pt x="155308" y="163715"/>
                  </a:lnTo>
                  <a:lnTo>
                    <a:pt x="182092" y="151866"/>
                  </a:lnTo>
                  <a:lnTo>
                    <a:pt x="182092" y="135026"/>
                  </a:lnTo>
                  <a:lnTo>
                    <a:pt x="141960" y="152819"/>
                  </a:lnTo>
                  <a:lnTo>
                    <a:pt x="139534" y="152819"/>
                  </a:lnTo>
                  <a:lnTo>
                    <a:pt x="137579" y="154774"/>
                  </a:lnTo>
                  <a:lnTo>
                    <a:pt x="109994" y="167182"/>
                  </a:lnTo>
                  <a:lnTo>
                    <a:pt x="106159" y="168960"/>
                  </a:lnTo>
                  <a:lnTo>
                    <a:pt x="104419" y="173482"/>
                  </a:lnTo>
                  <a:lnTo>
                    <a:pt x="106159" y="177368"/>
                  </a:lnTo>
                  <a:lnTo>
                    <a:pt x="107937" y="181203"/>
                  </a:lnTo>
                  <a:lnTo>
                    <a:pt x="112445" y="182930"/>
                  </a:lnTo>
                  <a:lnTo>
                    <a:pt x="116332" y="181203"/>
                  </a:lnTo>
                  <a:lnTo>
                    <a:pt x="140296" y="170408"/>
                  </a:lnTo>
                  <a:lnTo>
                    <a:pt x="163474" y="193586"/>
                  </a:lnTo>
                  <a:lnTo>
                    <a:pt x="151015" y="221513"/>
                  </a:lnTo>
                  <a:lnTo>
                    <a:pt x="152742" y="226072"/>
                  </a:lnTo>
                  <a:lnTo>
                    <a:pt x="156629" y="227799"/>
                  </a:lnTo>
                  <a:lnTo>
                    <a:pt x="157645" y="228282"/>
                  </a:lnTo>
                  <a:lnTo>
                    <a:pt x="158699" y="228473"/>
                  </a:lnTo>
                  <a:lnTo>
                    <a:pt x="159753" y="228473"/>
                  </a:lnTo>
                  <a:lnTo>
                    <a:pt x="162687" y="228473"/>
                  </a:lnTo>
                  <a:lnTo>
                    <a:pt x="165519" y="226796"/>
                  </a:lnTo>
                  <a:lnTo>
                    <a:pt x="166763" y="223913"/>
                  </a:lnTo>
                  <a:lnTo>
                    <a:pt x="178943" y="196608"/>
                  </a:lnTo>
                  <a:lnTo>
                    <a:pt x="181127" y="194424"/>
                  </a:lnTo>
                  <a:lnTo>
                    <a:pt x="181127" y="191719"/>
                  </a:lnTo>
                  <a:lnTo>
                    <a:pt x="205536" y="136982"/>
                  </a:lnTo>
                  <a:close/>
                </a:path>
                <a:path w="516889" h="327025">
                  <a:moveTo>
                    <a:pt x="283425" y="211607"/>
                  </a:moveTo>
                  <a:lnTo>
                    <a:pt x="277469" y="205651"/>
                  </a:lnTo>
                  <a:lnTo>
                    <a:pt x="272580" y="205651"/>
                  </a:lnTo>
                  <a:lnTo>
                    <a:pt x="228244" y="249986"/>
                  </a:lnTo>
                  <a:lnTo>
                    <a:pt x="246824" y="176072"/>
                  </a:lnTo>
                  <a:lnTo>
                    <a:pt x="245351" y="172567"/>
                  </a:lnTo>
                  <a:lnTo>
                    <a:pt x="242316" y="170878"/>
                  </a:lnTo>
                  <a:lnTo>
                    <a:pt x="239293" y="169151"/>
                  </a:lnTo>
                  <a:lnTo>
                    <a:pt x="235546" y="169684"/>
                  </a:lnTo>
                  <a:lnTo>
                    <a:pt x="169113" y="236105"/>
                  </a:lnTo>
                  <a:lnTo>
                    <a:pt x="169113" y="241007"/>
                  </a:lnTo>
                  <a:lnTo>
                    <a:pt x="175069" y="246964"/>
                  </a:lnTo>
                  <a:lnTo>
                    <a:pt x="179971" y="246964"/>
                  </a:lnTo>
                  <a:lnTo>
                    <a:pt x="224307" y="202641"/>
                  </a:lnTo>
                  <a:lnTo>
                    <a:pt x="205714" y="276555"/>
                  </a:lnTo>
                  <a:lnTo>
                    <a:pt x="207213" y="280047"/>
                  </a:lnTo>
                  <a:lnTo>
                    <a:pt x="211429" y="282409"/>
                  </a:lnTo>
                  <a:lnTo>
                    <a:pt x="212725" y="282740"/>
                  </a:lnTo>
                  <a:lnTo>
                    <a:pt x="214033" y="282740"/>
                  </a:lnTo>
                  <a:lnTo>
                    <a:pt x="216001" y="282740"/>
                  </a:lnTo>
                  <a:lnTo>
                    <a:pt x="217970" y="281978"/>
                  </a:lnTo>
                  <a:lnTo>
                    <a:pt x="283425" y="216509"/>
                  </a:lnTo>
                  <a:lnTo>
                    <a:pt x="283425" y="211607"/>
                  </a:lnTo>
                  <a:close/>
                </a:path>
                <a:path w="516889" h="327025">
                  <a:moveTo>
                    <a:pt x="326758" y="269036"/>
                  </a:moveTo>
                  <a:lnTo>
                    <a:pt x="324294" y="256260"/>
                  </a:lnTo>
                  <a:lnTo>
                    <a:pt x="316953" y="245135"/>
                  </a:lnTo>
                  <a:lnTo>
                    <a:pt x="314553" y="242735"/>
                  </a:lnTo>
                  <a:lnTo>
                    <a:pt x="311391" y="239572"/>
                  </a:lnTo>
                  <a:lnTo>
                    <a:pt x="311391" y="269201"/>
                  </a:lnTo>
                  <a:lnTo>
                    <a:pt x="310045" y="276339"/>
                  </a:lnTo>
                  <a:lnTo>
                    <a:pt x="306006" y="282689"/>
                  </a:lnTo>
                  <a:lnTo>
                    <a:pt x="282613" y="306082"/>
                  </a:lnTo>
                  <a:lnTo>
                    <a:pt x="276250" y="310121"/>
                  </a:lnTo>
                  <a:lnTo>
                    <a:pt x="269125" y="311480"/>
                  </a:lnTo>
                  <a:lnTo>
                    <a:pt x="261886" y="310121"/>
                  </a:lnTo>
                  <a:lnTo>
                    <a:pt x="262026" y="310121"/>
                  </a:lnTo>
                  <a:lnTo>
                    <a:pt x="255905" y="306082"/>
                  </a:lnTo>
                  <a:lnTo>
                    <a:pt x="242658" y="292836"/>
                  </a:lnTo>
                  <a:lnTo>
                    <a:pt x="292747" y="242735"/>
                  </a:lnTo>
                  <a:lnTo>
                    <a:pt x="306057" y="256032"/>
                  </a:lnTo>
                  <a:lnTo>
                    <a:pt x="310070" y="262153"/>
                  </a:lnTo>
                  <a:lnTo>
                    <a:pt x="311391" y="269201"/>
                  </a:lnTo>
                  <a:lnTo>
                    <a:pt x="311391" y="239572"/>
                  </a:lnTo>
                  <a:lnTo>
                    <a:pt x="295249" y="223431"/>
                  </a:lnTo>
                  <a:lnTo>
                    <a:pt x="290347" y="223431"/>
                  </a:lnTo>
                  <a:lnTo>
                    <a:pt x="223393" y="290385"/>
                  </a:lnTo>
                  <a:lnTo>
                    <a:pt x="223393" y="295275"/>
                  </a:lnTo>
                  <a:lnTo>
                    <a:pt x="256260" y="324345"/>
                  </a:lnTo>
                  <a:lnTo>
                    <a:pt x="269074" y="326796"/>
                  </a:lnTo>
                  <a:lnTo>
                    <a:pt x="275602" y="326174"/>
                  </a:lnTo>
                  <a:lnTo>
                    <a:pt x="281990" y="324345"/>
                  </a:lnTo>
                  <a:lnTo>
                    <a:pt x="288010" y="321284"/>
                  </a:lnTo>
                  <a:lnTo>
                    <a:pt x="293281" y="317182"/>
                  </a:lnTo>
                  <a:lnTo>
                    <a:pt x="298983" y="311480"/>
                  </a:lnTo>
                  <a:lnTo>
                    <a:pt x="317106" y="293357"/>
                  </a:lnTo>
                  <a:lnTo>
                    <a:pt x="324358" y="281927"/>
                  </a:lnTo>
                  <a:lnTo>
                    <a:pt x="326758" y="269036"/>
                  </a:lnTo>
                  <a:close/>
                </a:path>
                <a:path w="516889" h="327025">
                  <a:moveTo>
                    <a:pt x="516432" y="171792"/>
                  </a:moveTo>
                  <a:lnTo>
                    <a:pt x="515416" y="169113"/>
                  </a:lnTo>
                  <a:lnTo>
                    <a:pt x="493661" y="150977"/>
                  </a:lnTo>
                  <a:lnTo>
                    <a:pt x="493661" y="170929"/>
                  </a:lnTo>
                  <a:lnTo>
                    <a:pt x="437464" y="193306"/>
                  </a:lnTo>
                  <a:lnTo>
                    <a:pt x="435876" y="194856"/>
                  </a:lnTo>
                  <a:lnTo>
                    <a:pt x="435114" y="196824"/>
                  </a:lnTo>
                  <a:lnTo>
                    <a:pt x="413499" y="250609"/>
                  </a:lnTo>
                  <a:lnTo>
                    <a:pt x="376555" y="205854"/>
                  </a:lnTo>
                  <a:lnTo>
                    <a:pt x="375170" y="204216"/>
                  </a:lnTo>
                  <a:lnTo>
                    <a:pt x="373202" y="203212"/>
                  </a:lnTo>
                  <a:lnTo>
                    <a:pt x="312915" y="199504"/>
                  </a:lnTo>
                  <a:lnTo>
                    <a:pt x="345147" y="148259"/>
                  </a:lnTo>
                  <a:lnTo>
                    <a:pt x="345490" y="146050"/>
                  </a:lnTo>
                  <a:lnTo>
                    <a:pt x="330403" y="87452"/>
                  </a:lnTo>
                  <a:lnTo>
                    <a:pt x="389001" y="102539"/>
                  </a:lnTo>
                  <a:lnTo>
                    <a:pt x="391210" y="102196"/>
                  </a:lnTo>
                  <a:lnTo>
                    <a:pt x="392988" y="101053"/>
                  </a:lnTo>
                  <a:lnTo>
                    <a:pt x="414477" y="87452"/>
                  </a:lnTo>
                  <a:lnTo>
                    <a:pt x="416458" y="86207"/>
                  </a:lnTo>
                  <a:lnTo>
                    <a:pt x="442125" y="69977"/>
                  </a:lnTo>
                  <a:lnTo>
                    <a:pt x="446201" y="130251"/>
                  </a:lnTo>
                  <a:lnTo>
                    <a:pt x="447167" y="132219"/>
                  </a:lnTo>
                  <a:lnTo>
                    <a:pt x="493661" y="170929"/>
                  </a:lnTo>
                  <a:lnTo>
                    <a:pt x="493661" y="150977"/>
                  </a:lnTo>
                  <a:lnTo>
                    <a:pt x="461149" y="123863"/>
                  </a:lnTo>
                  <a:lnTo>
                    <a:pt x="457517" y="69977"/>
                  </a:lnTo>
                  <a:lnTo>
                    <a:pt x="457415" y="68580"/>
                  </a:lnTo>
                  <a:lnTo>
                    <a:pt x="456387" y="53352"/>
                  </a:lnTo>
                  <a:lnTo>
                    <a:pt x="454799" y="50952"/>
                  </a:lnTo>
                  <a:lnTo>
                    <a:pt x="449999" y="48450"/>
                  </a:lnTo>
                  <a:lnTo>
                    <a:pt x="447116" y="48602"/>
                  </a:lnTo>
                  <a:lnTo>
                    <a:pt x="387553" y="86207"/>
                  </a:lnTo>
                  <a:lnTo>
                    <a:pt x="318973" y="68580"/>
                  </a:lnTo>
                  <a:lnTo>
                    <a:pt x="316191" y="69354"/>
                  </a:lnTo>
                  <a:lnTo>
                    <a:pt x="312343" y="73190"/>
                  </a:lnTo>
                  <a:lnTo>
                    <a:pt x="311569" y="75984"/>
                  </a:lnTo>
                  <a:lnTo>
                    <a:pt x="329158" y="144564"/>
                  </a:lnTo>
                  <a:lnTo>
                    <a:pt x="291541" y="204597"/>
                  </a:lnTo>
                  <a:lnTo>
                    <a:pt x="291490" y="205854"/>
                  </a:lnTo>
                  <a:lnTo>
                    <a:pt x="291401" y="207479"/>
                  </a:lnTo>
                  <a:lnTo>
                    <a:pt x="292658" y="209880"/>
                  </a:lnTo>
                  <a:lnTo>
                    <a:pt x="293903" y="212331"/>
                  </a:lnTo>
                  <a:lnTo>
                    <a:pt x="296354" y="213918"/>
                  </a:lnTo>
                  <a:lnTo>
                    <a:pt x="366814" y="218198"/>
                  </a:lnTo>
                  <a:lnTo>
                    <a:pt x="409841" y="270357"/>
                  </a:lnTo>
                  <a:lnTo>
                    <a:pt x="411289" y="272135"/>
                  </a:lnTo>
                  <a:lnTo>
                    <a:pt x="413270" y="273037"/>
                  </a:lnTo>
                  <a:lnTo>
                    <a:pt x="416953" y="273037"/>
                  </a:lnTo>
                  <a:lnTo>
                    <a:pt x="419646" y="272656"/>
                  </a:lnTo>
                  <a:lnTo>
                    <a:pt x="421906" y="270840"/>
                  </a:lnTo>
                  <a:lnTo>
                    <a:pt x="430022" y="250609"/>
                  </a:lnTo>
                  <a:lnTo>
                    <a:pt x="448081" y="205613"/>
                  </a:lnTo>
                  <a:lnTo>
                    <a:pt x="511289" y="180390"/>
                  </a:lnTo>
                  <a:lnTo>
                    <a:pt x="513829" y="179438"/>
                  </a:lnTo>
                  <a:lnTo>
                    <a:pt x="515607" y="177177"/>
                  </a:lnTo>
                  <a:lnTo>
                    <a:pt x="516039" y="174485"/>
                  </a:lnTo>
                  <a:lnTo>
                    <a:pt x="516432" y="1717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98233" y="324864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90499" y="0"/>
                  </a:moveTo>
                  <a:lnTo>
                    <a:pt x="762000" y="0"/>
                  </a:lnTo>
                  <a:lnTo>
                    <a:pt x="799338" y="3694"/>
                  </a:lnTo>
                  <a:lnTo>
                    <a:pt x="867689" y="32006"/>
                  </a:lnTo>
                  <a:lnTo>
                    <a:pt x="920493" y="84810"/>
                  </a:lnTo>
                  <a:lnTo>
                    <a:pt x="948805" y="153161"/>
                  </a:lnTo>
                  <a:lnTo>
                    <a:pt x="952500" y="190500"/>
                  </a:lnTo>
                  <a:lnTo>
                    <a:pt x="952500" y="762000"/>
                  </a:lnTo>
                  <a:lnTo>
                    <a:pt x="937999" y="834901"/>
                  </a:lnTo>
                  <a:lnTo>
                    <a:pt x="896703" y="896703"/>
                  </a:lnTo>
                  <a:lnTo>
                    <a:pt x="834901" y="937999"/>
                  </a:lnTo>
                  <a:lnTo>
                    <a:pt x="762000" y="952500"/>
                  </a:lnTo>
                  <a:lnTo>
                    <a:pt x="190499" y="952500"/>
                  </a:lnTo>
                  <a:lnTo>
                    <a:pt x="117598" y="937999"/>
                  </a:lnTo>
                  <a:lnTo>
                    <a:pt x="55796" y="896703"/>
                  </a:lnTo>
                  <a:lnTo>
                    <a:pt x="14500" y="834901"/>
                  </a:lnTo>
                  <a:lnTo>
                    <a:pt x="0" y="762000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0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E3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00700" y="3348316"/>
              <a:ext cx="742950" cy="751840"/>
            </a:xfrm>
            <a:custGeom>
              <a:avLst/>
              <a:gdLst/>
              <a:ahLst/>
              <a:cxnLst/>
              <a:rect l="l" t="t" r="r" b="b"/>
              <a:pathLst>
                <a:path w="742950" h="751839">
                  <a:moveTo>
                    <a:pt x="242214" y="690575"/>
                  </a:moveTo>
                  <a:lnTo>
                    <a:pt x="240677" y="682955"/>
                  </a:lnTo>
                  <a:lnTo>
                    <a:pt x="236474" y="676732"/>
                  </a:lnTo>
                  <a:lnTo>
                    <a:pt x="230251" y="672528"/>
                  </a:lnTo>
                  <a:lnTo>
                    <a:pt x="222631" y="670991"/>
                  </a:lnTo>
                  <a:lnTo>
                    <a:pt x="215011" y="672528"/>
                  </a:lnTo>
                  <a:lnTo>
                    <a:pt x="208775" y="676732"/>
                  </a:lnTo>
                  <a:lnTo>
                    <a:pt x="204584" y="682955"/>
                  </a:lnTo>
                  <a:lnTo>
                    <a:pt x="203047" y="690575"/>
                  </a:lnTo>
                  <a:lnTo>
                    <a:pt x="204584" y="698207"/>
                  </a:lnTo>
                  <a:lnTo>
                    <a:pt x="208775" y="704430"/>
                  </a:lnTo>
                  <a:lnTo>
                    <a:pt x="215011" y="708621"/>
                  </a:lnTo>
                  <a:lnTo>
                    <a:pt x="222631" y="710158"/>
                  </a:lnTo>
                  <a:lnTo>
                    <a:pt x="230251" y="708621"/>
                  </a:lnTo>
                  <a:lnTo>
                    <a:pt x="236474" y="704430"/>
                  </a:lnTo>
                  <a:lnTo>
                    <a:pt x="240677" y="698207"/>
                  </a:lnTo>
                  <a:lnTo>
                    <a:pt x="242214" y="690575"/>
                  </a:lnTo>
                  <a:close/>
                </a:path>
                <a:path w="742950" h="751839">
                  <a:moveTo>
                    <a:pt x="248945" y="38366"/>
                  </a:moveTo>
                  <a:lnTo>
                    <a:pt x="174599" y="38366"/>
                  </a:lnTo>
                  <a:lnTo>
                    <a:pt x="174599" y="56324"/>
                  </a:lnTo>
                  <a:lnTo>
                    <a:pt x="248945" y="56324"/>
                  </a:lnTo>
                  <a:lnTo>
                    <a:pt x="248945" y="38366"/>
                  </a:lnTo>
                  <a:close/>
                </a:path>
                <a:path w="742950" h="751839">
                  <a:moveTo>
                    <a:pt x="638314" y="290830"/>
                  </a:moveTo>
                  <a:lnTo>
                    <a:pt x="636422" y="250190"/>
                  </a:lnTo>
                  <a:lnTo>
                    <a:pt x="630885" y="212090"/>
                  </a:lnTo>
                  <a:lnTo>
                    <a:pt x="621855" y="176530"/>
                  </a:lnTo>
                  <a:lnTo>
                    <a:pt x="620356" y="172681"/>
                  </a:lnTo>
                  <a:lnTo>
                    <a:pt x="620356" y="290830"/>
                  </a:lnTo>
                  <a:lnTo>
                    <a:pt x="620268" y="292100"/>
                  </a:lnTo>
                  <a:lnTo>
                    <a:pt x="616419" y="346710"/>
                  </a:lnTo>
                  <a:lnTo>
                    <a:pt x="605434" y="397510"/>
                  </a:lnTo>
                  <a:lnTo>
                    <a:pt x="588695" y="438150"/>
                  </a:lnTo>
                  <a:lnTo>
                    <a:pt x="542975" y="481330"/>
                  </a:lnTo>
                  <a:lnTo>
                    <a:pt x="540029" y="482600"/>
                  </a:lnTo>
                  <a:lnTo>
                    <a:pt x="533996" y="482600"/>
                  </a:lnTo>
                  <a:lnTo>
                    <a:pt x="493306" y="459740"/>
                  </a:lnTo>
                  <a:lnTo>
                    <a:pt x="476186" y="431800"/>
                  </a:lnTo>
                  <a:lnTo>
                    <a:pt x="473494" y="426720"/>
                  </a:lnTo>
                  <a:lnTo>
                    <a:pt x="465340" y="405130"/>
                  </a:lnTo>
                  <a:lnTo>
                    <a:pt x="458609" y="382270"/>
                  </a:lnTo>
                  <a:lnTo>
                    <a:pt x="456095" y="370598"/>
                  </a:lnTo>
                  <a:lnTo>
                    <a:pt x="456095" y="431800"/>
                  </a:lnTo>
                  <a:lnTo>
                    <a:pt x="438569" y="422910"/>
                  </a:lnTo>
                  <a:lnTo>
                    <a:pt x="433603" y="420370"/>
                  </a:lnTo>
                  <a:lnTo>
                    <a:pt x="426288" y="417830"/>
                  </a:lnTo>
                  <a:lnTo>
                    <a:pt x="420065" y="415290"/>
                  </a:lnTo>
                  <a:lnTo>
                    <a:pt x="414032" y="411480"/>
                  </a:lnTo>
                  <a:lnTo>
                    <a:pt x="403555" y="407670"/>
                  </a:lnTo>
                  <a:lnTo>
                    <a:pt x="399008" y="405130"/>
                  </a:lnTo>
                  <a:lnTo>
                    <a:pt x="394792" y="403860"/>
                  </a:lnTo>
                  <a:lnTo>
                    <a:pt x="387769" y="401320"/>
                  </a:lnTo>
                  <a:lnTo>
                    <a:pt x="381647" y="398780"/>
                  </a:lnTo>
                  <a:lnTo>
                    <a:pt x="375793" y="396240"/>
                  </a:lnTo>
                  <a:lnTo>
                    <a:pt x="373900" y="396240"/>
                  </a:lnTo>
                  <a:lnTo>
                    <a:pt x="365010" y="393700"/>
                  </a:lnTo>
                  <a:lnTo>
                    <a:pt x="351675" y="389890"/>
                  </a:lnTo>
                  <a:lnTo>
                    <a:pt x="305231" y="379730"/>
                  </a:lnTo>
                  <a:lnTo>
                    <a:pt x="281165" y="375920"/>
                  </a:lnTo>
                  <a:lnTo>
                    <a:pt x="281165" y="374650"/>
                  </a:lnTo>
                  <a:lnTo>
                    <a:pt x="281165" y="208280"/>
                  </a:lnTo>
                  <a:lnTo>
                    <a:pt x="281165" y="207010"/>
                  </a:lnTo>
                  <a:lnTo>
                    <a:pt x="304203" y="203200"/>
                  </a:lnTo>
                  <a:lnTo>
                    <a:pt x="327533" y="198120"/>
                  </a:lnTo>
                  <a:lnTo>
                    <a:pt x="374853" y="185420"/>
                  </a:lnTo>
                  <a:lnTo>
                    <a:pt x="376161" y="185420"/>
                  </a:lnTo>
                  <a:lnTo>
                    <a:pt x="376847" y="184150"/>
                  </a:lnTo>
                  <a:lnTo>
                    <a:pt x="381647" y="182880"/>
                  </a:lnTo>
                  <a:lnTo>
                    <a:pt x="387769" y="180340"/>
                  </a:lnTo>
                  <a:lnTo>
                    <a:pt x="399008" y="176530"/>
                  </a:lnTo>
                  <a:lnTo>
                    <a:pt x="408330" y="172720"/>
                  </a:lnTo>
                  <a:lnTo>
                    <a:pt x="414007" y="170180"/>
                  </a:lnTo>
                  <a:lnTo>
                    <a:pt x="420065" y="167640"/>
                  </a:lnTo>
                  <a:lnTo>
                    <a:pt x="433324" y="161290"/>
                  </a:lnTo>
                  <a:lnTo>
                    <a:pt x="439077" y="158750"/>
                  </a:lnTo>
                  <a:lnTo>
                    <a:pt x="447713" y="154940"/>
                  </a:lnTo>
                  <a:lnTo>
                    <a:pt x="454964" y="152400"/>
                  </a:lnTo>
                  <a:lnTo>
                    <a:pt x="450278" y="163830"/>
                  </a:lnTo>
                  <a:lnTo>
                    <a:pt x="445998" y="176530"/>
                  </a:lnTo>
                  <a:lnTo>
                    <a:pt x="434797" y="224790"/>
                  </a:lnTo>
                  <a:lnTo>
                    <a:pt x="430250" y="267970"/>
                  </a:lnTo>
                  <a:lnTo>
                    <a:pt x="429679" y="290830"/>
                  </a:lnTo>
                  <a:lnTo>
                    <a:pt x="429755" y="299720"/>
                  </a:lnTo>
                  <a:lnTo>
                    <a:pt x="432981" y="342900"/>
                  </a:lnTo>
                  <a:lnTo>
                    <a:pt x="433984" y="350520"/>
                  </a:lnTo>
                  <a:lnTo>
                    <a:pt x="437883" y="373380"/>
                  </a:lnTo>
                  <a:lnTo>
                    <a:pt x="442925" y="393700"/>
                  </a:lnTo>
                  <a:lnTo>
                    <a:pt x="449021" y="414020"/>
                  </a:lnTo>
                  <a:lnTo>
                    <a:pt x="456095" y="431800"/>
                  </a:lnTo>
                  <a:lnTo>
                    <a:pt x="456095" y="370598"/>
                  </a:lnTo>
                  <a:lnTo>
                    <a:pt x="453415" y="358140"/>
                  </a:lnTo>
                  <a:lnTo>
                    <a:pt x="461213" y="358140"/>
                  </a:lnTo>
                  <a:lnTo>
                    <a:pt x="491312" y="353060"/>
                  </a:lnTo>
                  <a:lnTo>
                    <a:pt x="508889" y="340360"/>
                  </a:lnTo>
                  <a:lnTo>
                    <a:pt x="515924" y="335280"/>
                  </a:lnTo>
                  <a:lnTo>
                    <a:pt x="532523" y="311150"/>
                  </a:lnTo>
                  <a:lnTo>
                    <a:pt x="538619" y="280670"/>
                  </a:lnTo>
                  <a:lnTo>
                    <a:pt x="532523" y="251460"/>
                  </a:lnTo>
                  <a:lnTo>
                    <a:pt x="520661" y="233311"/>
                  </a:lnTo>
                  <a:lnTo>
                    <a:pt x="520661" y="280670"/>
                  </a:lnTo>
                  <a:lnTo>
                    <a:pt x="515975" y="304800"/>
                  </a:lnTo>
                  <a:lnTo>
                    <a:pt x="503224" y="322580"/>
                  </a:lnTo>
                  <a:lnTo>
                    <a:pt x="484327" y="336550"/>
                  </a:lnTo>
                  <a:lnTo>
                    <a:pt x="461213" y="340360"/>
                  </a:lnTo>
                  <a:lnTo>
                    <a:pt x="454266" y="340360"/>
                  </a:lnTo>
                  <a:lnTo>
                    <a:pt x="450811" y="339090"/>
                  </a:lnTo>
                  <a:lnTo>
                    <a:pt x="450037" y="334010"/>
                  </a:lnTo>
                  <a:lnTo>
                    <a:pt x="449414" y="328930"/>
                  </a:lnTo>
                  <a:lnTo>
                    <a:pt x="449313" y="327660"/>
                  </a:lnTo>
                  <a:lnTo>
                    <a:pt x="448691" y="320040"/>
                  </a:lnTo>
                  <a:lnTo>
                    <a:pt x="447687" y="290830"/>
                  </a:lnTo>
                  <a:lnTo>
                    <a:pt x="448144" y="274320"/>
                  </a:lnTo>
                  <a:lnTo>
                    <a:pt x="449529" y="256540"/>
                  </a:lnTo>
                  <a:lnTo>
                    <a:pt x="451789" y="238760"/>
                  </a:lnTo>
                  <a:lnTo>
                    <a:pt x="454926" y="222250"/>
                  </a:lnTo>
                  <a:lnTo>
                    <a:pt x="461213" y="222250"/>
                  </a:lnTo>
                  <a:lnTo>
                    <a:pt x="484327" y="226060"/>
                  </a:lnTo>
                  <a:lnTo>
                    <a:pt x="503224" y="238760"/>
                  </a:lnTo>
                  <a:lnTo>
                    <a:pt x="515975" y="257810"/>
                  </a:lnTo>
                  <a:lnTo>
                    <a:pt x="520661" y="280670"/>
                  </a:lnTo>
                  <a:lnTo>
                    <a:pt x="520661" y="233311"/>
                  </a:lnTo>
                  <a:lnTo>
                    <a:pt x="515924" y="226060"/>
                  </a:lnTo>
                  <a:lnTo>
                    <a:pt x="510247" y="222250"/>
                  </a:lnTo>
                  <a:lnTo>
                    <a:pt x="491312" y="209550"/>
                  </a:lnTo>
                  <a:lnTo>
                    <a:pt x="461213" y="204470"/>
                  </a:lnTo>
                  <a:lnTo>
                    <a:pt x="457200" y="204470"/>
                  </a:lnTo>
                  <a:lnTo>
                    <a:pt x="461911" y="186690"/>
                  </a:lnTo>
                  <a:lnTo>
                    <a:pt x="467448" y="170180"/>
                  </a:lnTo>
                  <a:lnTo>
                    <a:pt x="473760" y="154940"/>
                  </a:lnTo>
                  <a:lnTo>
                    <a:pt x="475043" y="152400"/>
                  </a:lnTo>
                  <a:lnTo>
                    <a:pt x="478891" y="144780"/>
                  </a:lnTo>
                  <a:lnTo>
                    <a:pt x="480822" y="140970"/>
                  </a:lnTo>
                  <a:lnTo>
                    <a:pt x="483501" y="135890"/>
                  </a:lnTo>
                  <a:lnTo>
                    <a:pt x="486333" y="132080"/>
                  </a:lnTo>
                  <a:lnTo>
                    <a:pt x="489292" y="127000"/>
                  </a:lnTo>
                  <a:lnTo>
                    <a:pt x="492988" y="123190"/>
                  </a:lnTo>
                  <a:lnTo>
                    <a:pt x="497179" y="118110"/>
                  </a:lnTo>
                  <a:lnTo>
                    <a:pt x="501853" y="113030"/>
                  </a:lnTo>
                  <a:lnTo>
                    <a:pt x="506971" y="109220"/>
                  </a:lnTo>
                  <a:lnTo>
                    <a:pt x="512991" y="104140"/>
                  </a:lnTo>
                  <a:lnTo>
                    <a:pt x="519836" y="100330"/>
                  </a:lnTo>
                  <a:lnTo>
                    <a:pt x="529551" y="99060"/>
                  </a:lnTo>
                  <a:lnTo>
                    <a:pt x="540029" y="99060"/>
                  </a:lnTo>
                  <a:lnTo>
                    <a:pt x="588695" y="143510"/>
                  </a:lnTo>
                  <a:lnTo>
                    <a:pt x="605434" y="184150"/>
                  </a:lnTo>
                  <a:lnTo>
                    <a:pt x="616419" y="234950"/>
                  </a:lnTo>
                  <a:lnTo>
                    <a:pt x="616508" y="236220"/>
                  </a:lnTo>
                  <a:lnTo>
                    <a:pt x="616597" y="237490"/>
                  </a:lnTo>
                  <a:lnTo>
                    <a:pt x="616686" y="238760"/>
                  </a:lnTo>
                  <a:lnTo>
                    <a:pt x="620356" y="290830"/>
                  </a:lnTo>
                  <a:lnTo>
                    <a:pt x="620356" y="172681"/>
                  </a:lnTo>
                  <a:lnTo>
                    <a:pt x="593559" y="116840"/>
                  </a:lnTo>
                  <a:lnTo>
                    <a:pt x="555332" y="85090"/>
                  </a:lnTo>
                  <a:lnTo>
                    <a:pt x="533996" y="81280"/>
                  </a:lnTo>
                  <a:lnTo>
                    <a:pt x="515721" y="83820"/>
                  </a:lnTo>
                  <a:lnTo>
                    <a:pt x="498462" y="92710"/>
                  </a:lnTo>
                  <a:lnTo>
                    <a:pt x="482485" y="106680"/>
                  </a:lnTo>
                  <a:lnTo>
                    <a:pt x="468083" y="127000"/>
                  </a:lnTo>
                  <a:lnTo>
                    <a:pt x="457733" y="130810"/>
                  </a:lnTo>
                  <a:lnTo>
                    <a:pt x="436702" y="140970"/>
                  </a:lnTo>
                  <a:lnTo>
                    <a:pt x="426288" y="144780"/>
                  </a:lnTo>
                  <a:lnTo>
                    <a:pt x="426288" y="67310"/>
                  </a:lnTo>
                  <a:lnTo>
                    <a:pt x="420992" y="40640"/>
                  </a:lnTo>
                  <a:lnTo>
                    <a:pt x="408330" y="21717"/>
                  </a:lnTo>
                  <a:lnTo>
                    <a:pt x="408330" y="67310"/>
                  </a:lnTo>
                  <a:lnTo>
                    <a:pt x="408330" y="153670"/>
                  </a:lnTo>
                  <a:lnTo>
                    <a:pt x="403606" y="154940"/>
                  </a:lnTo>
                  <a:lnTo>
                    <a:pt x="399059" y="157480"/>
                  </a:lnTo>
                  <a:lnTo>
                    <a:pt x="394792" y="158750"/>
                  </a:lnTo>
                  <a:lnTo>
                    <a:pt x="394792" y="96520"/>
                  </a:lnTo>
                  <a:lnTo>
                    <a:pt x="394792" y="78740"/>
                  </a:lnTo>
                  <a:lnTo>
                    <a:pt x="376847" y="78740"/>
                  </a:lnTo>
                  <a:lnTo>
                    <a:pt x="376847" y="96520"/>
                  </a:lnTo>
                  <a:lnTo>
                    <a:pt x="376847" y="166370"/>
                  </a:lnTo>
                  <a:lnTo>
                    <a:pt x="374091" y="166370"/>
                  </a:lnTo>
                  <a:lnTo>
                    <a:pt x="371640" y="167640"/>
                  </a:lnTo>
                  <a:lnTo>
                    <a:pt x="369544" y="167640"/>
                  </a:lnTo>
                  <a:lnTo>
                    <a:pt x="344512" y="175260"/>
                  </a:lnTo>
                  <a:lnTo>
                    <a:pt x="319697" y="181610"/>
                  </a:lnTo>
                  <a:lnTo>
                    <a:pt x="295198" y="186690"/>
                  </a:lnTo>
                  <a:lnTo>
                    <a:pt x="263220" y="190030"/>
                  </a:lnTo>
                  <a:lnTo>
                    <a:pt x="263220" y="208280"/>
                  </a:lnTo>
                  <a:lnTo>
                    <a:pt x="263220" y="374650"/>
                  </a:lnTo>
                  <a:lnTo>
                    <a:pt x="261785" y="374650"/>
                  </a:lnTo>
                  <a:lnTo>
                    <a:pt x="261073" y="373380"/>
                  </a:lnTo>
                  <a:lnTo>
                    <a:pt x="254152" y="373380"/>
                  </a:lnTo>
                  <a:lnTo>
                    <a:pt x="254152" y="391160"/>
                  </a:lnTo>
                  <a:lnTo>
                    <a:pt x="254152" y="397510"/>
                  </a:lnTo>
                  <a:lnTo>
                    <a:pt x="219913" y="397510"/>
                  </a:lnTo>
                  <a:lnTo>
                    <a:pt x="219913" y="389890"/>
                  </a:lnTo>
                  <a:lnTo>
                    <a:pt x="234010" y="389890"/>
                  </a:lnTo>
                  <a:lnTo>
                    <a:pt x="243382" y="391160"/>
                  </a:lnTo>
                  <a:lnTo>
                    <a:pt x="254152" y="391160"/>
                  </a:lnTo>
                  <a:lnTo>
                    <a:pt x="254152" y="373380"/>
                  </a:lnTo>
                  <a:lnTo>
                    <a:pt x="247205" y="373380"/>
                  </a:lnTo>
                  <a:lnTo>
                    <a:pt x="245211" y="372110"/>
                  </a:lnTo>
                  <a:lnTo>
                    <a:pt x="212674" y="372110"/>
                  </a:lnTo>
                  <a:lnTo>
                    <a:pt x="209753" y="370840"/>
                  </a:lnTo>
                  <a:lnTo>
                    <a:pt x="207111" y="369570"/>
                  </a:lnTo>
                  <a:lnTo>
                    <a:pt x="204457" y="367030"/>
                  </a:lnTo>
                  <a:lnTo>
                    <a:pt x="203098" y="365760"/>
                  </a:lnTo>
                  <a:lnTo>
                    <a:pt x="202412" y="364490"/>
                  </a:lnTo>
                  <a:lnTo>
                    <a:pt x="201561" y="363220"/>
                  </a:lnTo>
                  <a:lnTo>
                    <a:pt x="201231" y="363220"/>
                  </a:lnTo>
                  <a:lnTo>
                    <a:pt x="200596" y="361950"/>
                  </a:lnTo>
                  <a:lnTo>
                    <a:pt x="200418" y="360680"/>
                  </a:lnTo>
                  <a:lnTo>
                    <a:pt x="200075" y="360680"/>
                  </a:lnTo>
                  <a:lnTo>
                    <a:pt x="199847" y="359410"/>
                  </a:lnTo>
                  <a:lnTo>
                    <a:pt x="199669" y="358140"/>
                  </a:lnTo>
                  <a:lnTo>
                    <a:pt x="199580" y="350520"/>
                  </a:lnTo>
                  <a:lnTo>
                    <a:pt x="199529" y="236220"/>
                  </a:lnTo>
                  <a:lnTo>
                    <a:pt x="199517" y="223520"/>
                  </a:lnTo>
                  <a:lnTo>
                    <a:pt x="200469" y="220980"/>
                  </a:lnTo>
                  <a:lnTo>
                    <a:pt x="203060" y="215900"/>
                  </a:lnTo>
                  <a:lnTo>
                    <a:pt x="204203" y="214630"/>
                  </a:lnTo>
                  <a:lnTo>
                    <a:pt x="205536" y="214630"/>
                  </a:lnTo>
                  <a:lnTo>
                    <a:pt x="207365" y="212090"/>
                  </a:lnTo>
                  <a:lnTo>
                    <a:pt x="209537" y="212090"/>
                  </a:lnTo>
                  <a:lnTo>
                    <a:pt x="211950" y="210820"/>
                  </a:lnTo>
                  <a:lnTo>
                    <a:pt x="243573" y="210820"/>
                  </a:lnTo>
                  <a:lnTo>
                    <a:pt x="249466" y="209550"/>
                  </a:lnTo>
                  <a:lnTo>
                    <a:pt x="261429" y="209550"/>
                  </a:lnTo>
                  <a:lnTo>
                    <a:pt x="262318" y="208280"/>
                  </a:lnTo>
                  <a:lnTo>
                    <a:pt x="263220" y="208280"/>
                  </a:lnTo>
                  <a:lnTo>
                    <a:pt x="263220" y="190030"/>
                  </a:lnTo>
                  <a:lnTo>
                    <a:pt x="246392" y="191770"/>
                  </a:lnTo>
                  <a:lnTo>
                    <a:pt x="227799" y="193040"/>
                  </a:lnTo>
                  <a:lnTo>
                    <a:pt x="209753" y="193040"/>
                  </a:lnTo>
                  <a:lnTo>
                    <a:pt x="201256" y="195580"/>
                  </a:lnTo>
                  <a:lnTo>
                    <a:pt x="193941" y="200660"/>
                  </a:lnTo>
                  <a:lnTo>
                    <a:pt x="188074" y="207010"/>
                  </a:lnTo>
                  <a:lnTo>
                    <a:pt x="183934" y="214630"/>
                  </a:lnTo>
                  <a:lnTo>
                    <a:pt x="181559" y="214630"/>
                  </a:lnTo>
                  <a:lnTo>
                    <a:pt x="181559" y="236220"/>
                  </a:lnTo>
                  <a:lnTo>
                    <a:pt x="181559" y="251460"/>
                  </a:lnTo>
                  <a:lnTo>
                    <a:pt x="141363" y="251460"/>
                  </a:lnTo>
                  <a:lnTo>
                    <a:pt x="141363" y="266700"/>
                  </a:lnTo>
                  <a:lnTo>
                    <a:pt x="181559" y="266700"/>
                  </a:lnTo>
                  <a:lnTo>
                    <a:pt x="181559" y="283210"/>
                  </a:lnTo>
                  <a:lnTo>
                    <a:pt x="141363" y="283210"/>
                  </a:lnTo>
                  <a:lnTo>
                    <a:pt x="141363" y="299720"/>
                  </a:lnTo>
                  <a:lnTo>
                    <a:pt x="181559" y="299720"/>
                  </a:lnTo>
                  <a:lnTo>
                    <a:pt x="181559" y="312420"/>
                  </a:lnTo>
                  <a:lnTo>
                    <a:pt x="141363" y="312420"/>
                  </a:lnTo>
                  <a:lnTo>
                    <a:pt x="141363" y="327660"/>
                  </a:lnTo>
                  <a:lnTo>
                    <a:pt x="181559" y="327660"/>
                  </a:lnTo>
                  <a:lnTo>
                    <a:pt x="181559" y="350520"/>
                  </a:lnTo>
                  <a:lnTo>
                    <a:pt x="140868" y="350520"/>
                  </a:lnTo>
                  <a:lnTo>
                    <a:pt x="130327" y="349250"/>
                  </a:lnTo>
                  <a:lnTo>
                    <a:pt x="121704" y="342900"/>
                  </a:lnTo>
                  <a:lnTo>
                    <a:pt x="115887" y="334010"/>
                  </a:lnTo>
                  <a:lnTo>
                    <a:pt x="113766" y="323850"/>
                  </a:lnTo>
                  <a:lnTo>
                    <a:pt x="113766" y="262890"/>
                  </a:lnTo>
                  <a:lnTo>
                    <a:pt x="115887" y="252730"/>
                  </a:lnTo>
                  <a:lnTo>
                    <a:pt x="121704" y="243840"/>
                  </a:lnTo>
                  <a:lnTo>
                    <a:pt x="130327" y="237490"/>
                  </a:lnTo>
                  <a:lnTo>
                    <a:pt x="140868" y="236220"/>
                  </a:lnTo>
                  <a:lnTo>
                    <a:pt x="181559" y="236220"/>
                  </a:lnTo>
                  <a:lnTo>
                    <a:pt x="181559" y="214630"/>
                  </a:lnTo>
                  <a:lnTo>
                    <a:pt x="140868" y="214630"/>
                  </a:lnTo>
                  <a:lnTo>
                    <a:pt x="121843" y="218440"/>
                  </a:lnTo>
                  <a:lnTo>
                    <a:pt x="106299" y="228600"/>
                  </a:lnTo>
                  <a:lnTo>
                    <a:pt x="95808" y="243840"/>
                  </a:lnTo>
                  <a:lnTo>
                    <a:pt x="91948" y="262890"/>
                  </a:lnTo>
                  <a:lnTo>
                    <a:pt x="91948" y="323850"/>
                  </a:lnTo>
                  <a:lnTo>
                    <a:pt x="95808" y="342900"/>
                  </a:lnTo>
                  <a:lnTo>
                    <a:pt x="106299" y="358140"/>
                  </a:lnTo>
                  <a:lnTo>
                    <a:pt x="121843" y="368300"/>
                  </a:lnTo>
                  <a:lnTo>
                    <a:pt x="140868" y="372110"/>
                  </a:lnTo>
                  <a:lnTo>
                    <a:pt x="185991" y="372110"/>
                  </a:lnTo>
                  <a:lnTo>
                    <a:pt x="189598" y="378460"/>
                  </a:lnTo>
                  <a:lnTo>
                    <a:pt x="195186" y="383540"/>
                  </a:lnTo>
                  <a:lnTo>
                    <a:pt x="201955" y="387350"/>
                  </a:lnTo>
                  <a:lnTo>
                    <a:pt x="201955" y="397510"/>
                  </a:lnTo>
                  <a:lnTo>
                    <a:pt x="189865" y="397510"/>
                  </a:lnTo>
                  <a:lnTo>
                    <a:pt x="189865" y="389890"/>
                  </a:lnTo>
                  <a:lnTo>
                    <a:pt x="77101" y="389890"/>
                  </a:lnTo>
                  <a:lnTo>
                    <a:pt x="77101" y="407670"/>
                  </a:lnTo>
                  <a:lnTo>
                    <a:pt x="171907" y="407670"/>
                  </a:lnTo>
                  <a:lnTo>
                    <a:pt x="171907" y="525780"/>
                  </a:lnTo>
                  <a:lnTo>
                    <a:pt x="77101" y="525780"/>
                  </a:lnTo>
                  <a:lnTo>
                    <a:pt x="77101" y="544830"/>
                  </a:lnTo>
                  <a:lnTo>
                    <a:pt x="189865" y="544830"/>
                  </a:lnTo>
                  <a:lnTo>
                    <a:pt x="189865" y="539750"/>
                  </a:lnTo>
                  <a:lnTo>
                    <a:pt x="201955" y="539750"/>
                  </a:lnTo>
                  <a:lnTo>
                    <a:pt x="201955" y="563880"/>
                  </a:lnTo>
                  <a:lnTo>
                    <a:pt x="206540" y="567690"/>
                  </a:lnTo>
                  <a:lnTo>
                    <a:pt x="267512" y="567690"/>
                  </a:lnTo>
                  <a:lnTo>
                    <a:pt x="272110" y="563880"/>
                  </a:lnTo>
                  <a:lnTo>
                    <a:pt x="272110" y="549910"/>
                  </a:lnTo>
                  <a:lnTo>
                    <a:pt x="272110" y="539750"/>
                  </a:lnTo>
                  <a:lnTo>
                    <a:pt x="307187" y="524510"/>
                  </a:lnTo>
                  <a:lnTo>
                    <a:pt x="308343" y="518160"/>
                  </a:lnTo>
                  <a:lnTo>
                    <a:pt x="305917" y="506730"/>
                  </a:lnTo>
                  <a:lnTo>
                    <a:pt x="301815" y="501650"/>
                  </a:lnTo>
                  <a:lnTo>
                    <a:pt x="305028" y="497840"/>
                  </a:lnTo>
                  <a:lnTo>
                    <a:pt x="309537" y="492760"/>
                  </a:lnTo>
                  <a:lnTo>
                    <a:pt x="309422" y="476250"/>
                  </a:lnTo>
                  <a:lnTo>
                    <a:pt x="305777" y="472440"/>
                  </a:lnTo>
                  <a:lnTo>
                    <a:pt x="303504" y="469900"/>
                  </a:lnTo>
                  <a:lnTo>
                    <a:pt x="304965" y="468630"/>
                  </a:lnTo>
                  <a:lnTo>
                    <a:pt x="306539" y="467360"/>
                  </a:lnTo>
                  <a:lnTo>
                    <a:pt x="313372" y="457200"/>
                  </a:lnTo>
                  <a:lnTo>
                    <a:pt x="311797" y="448310"/>
                  </a:lnTo>
                  <a:lnTo>
                    <a:pt x="306870" y="440690"/>
                  </a:lnTo>
                  <a:lnTo>
                    <a:pt x="304495" y="439420"/>
                  </a:lnTo>
                  <a:lnTo>
                    <a:pt x="305041" y="438150"/>
                  </a:lnTo>
                  <a:lnTo>
                    <a:pt x="306158" y="436880"/>
                  </a:lnTo>
                  <a:lnTo>
                    <a:pt x="307098" y="435610"/>
                  </a:lnTo>
                  <a:lnTo>
                    <a:pt x="310261" y="433070"/>
                  </a:lnTo>
                  <a:lnTo>
                    <a:pt x="310261" y="429260"/>
                  </a:lnTo>
                  <a:lnTo>
                    <a:pt x="307594" y="416560"/>
                  </a:lnTo>
                  <a:lnTo>
                    <a:pt x="306501" y="415290"/>
                  </a:lnTo>
                  <a:lnTo>
                    <a:pt x="299948" y="407670"/>
                  </a:lnTo>
                  <a:lnTo>
                    <a:pt x="293497" y="403580"/>
                  </a:lnTo>
                  <a:lnTo>
                    <a:pt x="293497" y="454660"/>
                  </a:lnTo>
                  <a:lnTo>
                    <a:pt x="293077" y="454660"/>
                  </a:lnTo>
                  <a:lnTo>
                    <a:pt x="283184" y="462280"/>
                  </a:lnTo>
                  <a:lnTo>
                    <a:pt x="284988" y="476250"/>
                  </a:lnTo>
                  <a:lnTo>
                    <a:pt x="291274" y="482600"/>
                  </a:lnTo>
                  <a:lnTo>
                    <a:pt x="291579" y="483870"/>
                  </a:lnTo>
                  <a:lnTo>
                    <a:pt x="291553" y="486410"/>
                  </a:lnTo>
                  <a:lnTo>
                    <a:pt x="281940" y="495300"/>
                  </a:lnTo>
                  <a:lnTo>
                    <a:pt x="282067" y="496570"/>
                  </a:lnTo>
                  <a:lnTo>
                    <a:pt x="282194" y="497840"/>
                  </a:lnTo>
                  <a:lnTo>
                    <a:pt x="282943" y="505460"/>
                  </a:lnTo>
                  <a:lnTo>
                    <a:pt x="289204" y="514350"/>
                  </a:lnTo>
                  <a:lnTo>
                    <a:pt x="289547" y="516890"/>
                  </a:lnTo>
                  <a:lnTo>
                    <a:pt x="289369" y="518160"/>
                  </a:lnTo>
                  <a:lnTo>
                    <a:pt x="287566" y="520700"/>
                  </a:lnTo>
                  <a:lnTo>
                    <a:pt x="281889" y="520700"/>
                  </a:lnTo>
                  <a:lnTo>
                    <a:pt x="272110" y="521970"/>
                  </a:lnTo>
                  <a:lnTo>
                    <a:pt x="254152" y="521970"/>
                  </a:lnTo>
                  <a:lnTo>
                    <a:pt x="254152" y="539750"/>
                  </a:lnTo>
                  <a:lnTo>
                    <a:pt x="254152" y="549910"/>
                  </a:lnTo>
                  <a:lnTo>
                    <a:pt x="219913" y="549910"/>
                  </a:lnTo>
                  <a:lnTo>
                    <a:pt x="219913" y="539750"/>
                  </a:lnTo>
                  <a:lnTo>
                    <a:pt x="254152" y="539750"/>
                  </a:lnTo>
                  <a:lnTo>
                    <a:pt x="254152" y="521970"/>
                  </a:lnTo>
                  <a:lnTo>
                    <a:pt x="189865" y="521970"/>
                  </a:lnTo>
                  <a:lnTo>
                    <a:pt x="189865" y="415290"/>
                  </a:lnTo>
                  <a:lnTo>
                    <a:pt x="269709" y="415290"/>
                  </a:lnTo>
                  <a:lnTo>
                    <a:pt x="278993" y="416560"/>
                  </a:lnTo>
                  <a:lnTo>
                    <a:pt x="289521" y="419100"/>
                  </a:lnTo>
                  <a:lnTo>
                    <a:pt x="291858" y="425450"/>
                  </a:lnTo>
                  <a:lnTo>
                    <a:pt x="288886" y="429260"/>
                  </a:lnTo>
                  <a:lnTo>
                    <a:pt x="285610" y="434340"/>
                  </a:lnTo>
                  <a:lnTo>
                    <a:pt x="287401" y="448310"/>
                  </a:lnTo>
                  <a:lnTo>
                    <a:pt x="293433" y="453390"/>
                  </a:lnTo>
                  <a:lnTo>
                    <a:pt x="293497" y="454660"/>
                  </a:lnTo>
                  <a:lnTo>
                    <a:pt x="293497" y="403580"/>
                  </a:lnTo>
                  <a:lnTo>
                    <a:pt x="287934" y="400050"/>
                  </a:lnTo>
                  <a:lnTo>
                    <a:pt x="272110" y="397510"/>
                  </a:lnTo>
                  <a:lnTo>
                    <a:pt x="272110" y="393700"/>
                  </a:lnTo>
                  <a:lnTo>
                    <a:pt x="297243" y="396240"/>
                  </a:lnTo>
                  <a:lnTo>
                    <a:pt x="345605" y="406400"/>
                  </a:lnTo>
                  <a:lnTo>
                    <a:pt x="368668" y="412750"/>
                  </a:lnTo>
                  <a:lnTo>
                    <a:pt x="370941" y="414020"/>
                  </a:lnTo>
                  <a:lnTo>
                    <a:pt x="373710" y="414020"/>
                  </a:lnTo>
                  <a:lnTo>
                    <a:pt x="376847" y="415290"/>
                  </a:lnTo>
                  <a:lnTo>
                    <a:pt x="376847" y="598170"/>
                  </a:lnTo>
                  <a:lnTo>
                    <a:pt x="46697" y="598170"/>
                  </a:lnTo>
                  <a:lnTo>
                    <a:pt x="46697" y="96520"/>
                  </a:lnTo>
                  <a:lnTo>
                    <a:pt x="376847" y="96520"/>
                  </a:lnTo>
                  <a:lnTo>
                    <a:pt x="376847" y="78740"/>
                  </a:lnTo>
                  <a:lnTo>
                    <a:pt x="28740" y="78740"/>
                  </a:lnTo>
                  <a:lnTo>
                    <a:pt x="28740" y="615950"/>
                  </a:lnTo>
                  <a:lnTo>
                    <a:pt x="394792" y="615950"/>
                  </a:lnTo>
                  <a:lnTo>
                    <a:pt x="394792" y="598170"/>
                  </a:lnTo>
                  <a:lnTo>
                    <a:pt x="394792" y="422910"/>
                  </a:lnTo>
                  <a:lnTo>
                    <a:pt x="399059" y="425450"/>
                  </a:lnTo>
                  <a:lnTo>
                    <a:pt x="403606" y="426720"/>
                  </a:lnTo>
                  <a:lnTo>
                    <a:pt x="408330" y="429260"/>
                  </a:lnTo>
                  <a:lnTo>
                    <a:pt x="408330" y="631190"/>
                  </a:lnTo>
                  <a:lnTo>
                    <a:pt x="408330" y="648970"/>
                  </a:lnTo>
                  <a:lnTo>
                    <a:pt x="408330" y="684530"/>
                  </a:lnTo>
                  <a:lnTo>
                    <a:pt x="406920" y="697230"/>
                  </a:lnTo>
                  <a:lnTo>
                    <a:pt x="381965" y="728980"/>
                  </a:lnTo>
                  <a:lnTo>
                    <a:pt x="367106" y="734060"/>
                  </a:lnTo>
                  <a:lnTo>
                    <a:pt x="67310" y="734060"/>
                  </a:lnTo>
                  <a:lnTo>
                    <a:pt x="29692" y="717550"/>
                  </a:lnTo>
                  <a:lnTo>
                    <a:pt x="17957" y="684530"/>
                  </a:lnTo>
                  <a:lnTo>
                    <a:pt x="17957" y="648970"/>
                  </a:lnTo>
                  <a:lnTo>
                    <a:pt x="408330" y="648970"/>
                  </a:lnTo>
                  <a:lnTo>
                    <a:pt x="408330" y="631190"/>
                  </a:lnTo>
                  <a:lnTo>
                    <a:pt x="17957" y="631190"/>
                  </a:lnTo>
                  <a:lnTo>
                    <a:pt x="17957" y="67310"/>
                  </a:lnTo>
                  <a:lnTo>
                    <a:pt x="21844" y="46990"/>
                  </a:lnTo>
                  <a:lnTo>
                    <a:pt x="32423" y="31750"/>
                  </a:lnTo>
                  <a:lnTo>
                    <a:pt x="48120" y="21590"/>
                  </a:lnTo>
                  <a:lnTo>
                    <a:pt x="67310" y="17780"/>
                  </a:lnTo>
                  <a:lnTo>
                    <a:pt x="358990" y="17780"/>
                  </a:lnTo>
                  <a:lnTo>
                    <a:pt x="378180" y="21590"/>
                  </a:lnTo>
                  <a:lnTo>
                    <a:pt x="393865" y="31750"/>
                  </a:lnTo>
                  <a:lnTo>
                    <a:pt x="404444" y="46990"/>
                  </a:lnTo>
                  <a:lnTo>
                    <a:pt x="408330" y="67310"/>
                  </a:lnTo>
                  <a:lnTo>
                    <a:pt x="408330" y="21717"/>
                  </a:lnTo>
                  <a:lnTo>
                    <a:pt x="406552" y="19050"/>
                  </a:lnTo>
                  <a:lnTo>
                    <a:pt x="404609" y="17780"/>
                  </a:lnTo>
                  <a:lnTo>
                    <a:pt x="385165" y="5080"/>
                  </a:lnTo>
                  <a:lnTo>
                    <a:pt x="358990" y="0"/>
                  </a:lnTo>
                  <a:lnTo>
                    <a:pt x="67310" y="0"/>
                  </a:lnTo>
                  <a:lnTo>
                    <a:pt x="41135" y="5080"/>
                  </a:lnTo>
                  <a:lnTo>
                    <a:pt x="19735" y="19050"/>
                  </a:lnTo>
                  <a:lnTo>
                    <a:pt x="5295" y="40640"/>
                  </a:lnTo>
                  <a:lnTo>
                    <a:pt x="0" y="67310"/>
                  </a:lnTo>
                  <a:lnTo>
                    <a:pt x="0" y="684530"/>
                  </a:lnTo>
                  <a:lnTo>
                    <a:pt x="5295" y="711200"/>
                  </a:lnTo>
                  <a:lnTo>
                    <a:pt x="19735" y="732790"/>
                  </a:lnTo>
                  <a:lnTo>
                    <a:pt x="41135" y="746760"/>
                  </a:lnTo>
                  <a:lnTo>
                    <a:pt x="67310" y="751840"/>
                  </a:lnTo>
                  <a:lnTo>
                    <a:pt x="358978" y="751840"/>
                  </a:lnTo>
                  <a:lnTo>
                    <a:pt x="404609" y="734060"/>
                  </a:lnTo>
                  <a:lnTo>
                    <a:pt x="426288" y="684530"/>
                  </a:lnTo>
                  <a:lnTo>
                    <a:pt x="426288" y="648970"/>
                  </a:lnTo>
                  <a:lnTo>
                    <a:pt x="426288" y="631190"/>
                  </a:lnTo>
                  <a:lnTo>
                    <a:pt x="426288" y="436880"/>
                  </a:lnTo>
                  <a:lnTo>
                    <a:pt x="437337" y="441960"/>
                  </a:lnTo>
                  <a:lnTo>
                    <a:pt x="448513" y="448310"/>
                  </a:lnTo>
                  <a:lnTo>
                    <a:pt x="470560" y="458470"/>
                  </a:lnTo>
                  <a:lnTo>
                    <a:pt x="484555" y="476250"/>
                  </a:lnTo>
                  <a:lnTo>
                    <a:pt x="499960" y="490220"/>
                  </a:lnTo>
                  <a:lnTo>
                    <a:pt x="516534" y="497840"/>
                  </a:lnTo>
                  <a:lnTo>
                    <a:pt x="533996" y="500380"/>
                  </a:lnTo>
                  <a:lnTo>
                    <a:pt x="555332" y="496570"/>
                  </a:lnTo>
                  <a:lnTo>
                    <a:pt x="593559" y="463550"/>
                  </a:lnTo>
                  <a:lnTo>
                    <a:pt x="621855" y="405130"/>
                  </a:lnTo>
                  <a:lnTo>
                    <a:pt x="636422" y="331470"/>
                  </a:lnTo>
                  <a:lnTo>
                    <a:pt x="636600" y="327660"/>
                  </a:lnTo>
                  <a:lnTo>
                    <a:pt x="638314" y="290830"/>
                  </a:lnTo>
                  <a:close/>
                </a:path>
                <a:path w="742950" h="751839">
                  <a:moveTo>
                    <a:pt x="693077" y="517512"/>
                  </a:moveTo>
                  <a:lnTo>
                    <a:pt x="660565" y="496836"/>
                  </a:lnTo>
                  <a:lnTo>
                    <a:pt x="650925" y="511975"/>
                  </a:lnTo>
                  <a:lnTo>
                    <a:pt x="683437" y="532650"/>
                  </a:lnTo>
                  <a:lnTo>
                    <a:pt x="693077" y="517512"/>
                  </a:lnTo>
                  <a:close/>
                </a:path>
                <a:path w="742950" h="751839">
                  <a:moveTo>
                    <a:pt x="696569" y="86182"/>
                  </a:moveTo>
                  <a:lnTo>
                    <a:pt x="686930" y="71018"/>
                  </a:lnTo>
                  <a:lnTo>
                    <a:pt x="654418" y="91706"/>
                  </a:lnTo>
                  <a:lnTo>
                    <a:pt x="664057" y="106857"/>
                  </a:lnTo>
                  <a:lnTo>
                    <a:pt x="696569" y="86182"/>
                  </a:lnTo>
                  <a:close/>
                </a:path>
                <a:path w="742950" h="751839">
                  <a:moveTo>
                    <a:pt x="731215" y="403453"/>
                  </a:moveTo>
                  <a:lnTo>
                    <a:pt x="695667" y="388569"/>
                  </a:lnTo>
                  <a:lnTo>
                    <a:pt x="688746" y="405130"/>
                  </a:lnTo>
                  <a:lnTo>
                    <a:pt x="724281" y="420014"/>
                  </a:lnTo>
                  <a:lnTo>
                    <a:pt x="731215" y="403453"/>
                  </a:lnTo>
                  <a:close/>
                </a:path>
                <a:path w="742950" h="751839">
                  <a:moveTo>
                    <a:pt x="734695" y="200228"/>
                  </a:moveTo>
                  <a:lnTo>
                    <a:pt x="727760" y="183667"/>
                  </a:lnTo>
                  <a:lnTo>
                    <a:pt x="692226" y="198551"/>
                  </a:lnTo>
                  <a:lnTo>
                    <a:pt x="699160" y="215112"/>
                  </a:lnTo>
                  <a:lnTo>
                    <a:pt x="734695" y="200228"/>
                  </a:lnTo>
                  <a:close/>
                </a:path>
                <a:path w="742950" h="751839">
                  <a:moveTo>
                    <a:pt x="742950" y="284302"/>
                  </a:moveTo>
                  <a:lnTo>
                    <a:pt x="708088" y="285902"/>
                  </a:lnTo>
                  <a:lnTo>
                    <a:pt x="708914" y="303834"/>
                  </a:lnTo>
                  <a:lnTo>
                    <a:pt x="742950" y="302272"/>
                  </a:lnTo>
                  <a:lnTo>
                    <a:pt x="742950" y="2843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05896" y="324864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90500" y="0"/>
                  </a:moveTo>
                  <a:lnTo>
                    <a:pt x="761999" y="0"/>
                  </a:lnTo>
                  <a:lnTo>
                    <a:pt x="799338" y="3694"/>
                  </a:lnTo>
                  <a:lnTo>
                    <a:pt x="867689" y="32006"/>
                  </a:lnTo>
                  <a:lnTo>
                    <a:pt x="920493" y="84810"/>
                  </a:lnTo>
                  <a:lnTo>
                    <a:pt x="948805" y="153161"/>
                  </a:lnTo>
                  <a:lnTo>
                    <a:pt x="952499" y="190500"/>
                  </a:lnTo>
                  <a:lnTo>
                    <a:pt x="952499" y="762000"/>
                  </a:lnTo>
                  <a:lnTo>
                    <a:pt x="937999" y="834901"/>
                  </a:lnTo>
                  <a:lnTo>
                    <a:pt x="896703" y="896703"/>
                  </a:lnTo>
                  <a:lnTo>
                    <a:pt x="834901" y="937999"/>
                  </a:lnTo>
                  <a:lnTo>
                    <a:pt x="761999" y="952500"/>
                  </a:lnTo>
                  <a:lnTo>
                    <a:pt x="190500" y="952500"/>
                  </a:lnTo>
                  <a:lnTo>
                    <a:pt x="117598" y="937999"/>
                  </a:lnTo>
                  <a:lnTo>
                    <a:pt x="55796" y="896703"/>
                  </a:lnTo>
                  <a:lnTo>
                    <a:pt x="14500" y="834901"/>
                  </a:lnTo>
                  <a:lnTo>
                    <a:pt x="0" y="762000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3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21946" y="3390831"/>
              <a:ext cx="722630" cy="668020"/>
            </a:xfrm>
            <a:custGeom>
              <a:avLst/>
              <a:gdLst/>
              <a:ahLst/>
              <a:cxnLst/>
              <a:rect l="l" t="t" r="r" b="b"/>
              <a:pathLst>
                <a:path w="722629" h="668020">
                  <a:moveTo>
                    <a:pt x="49761" y="252729"/>
                  </a:moveTo>
                  <a:lnTo>
                    <a:pt x="27097" y="252729"/>
                  </a:lnTo>
                  <a:lnTo>
                    <a:pt x="27097" y="138429"/>
                  </a:lnTo>
                  <a:lnTo>
                    <a:pt x="30641" y="120649"/>
                  </a:lnTo>
                  <a:lnTo>
                    <a:pt x="40301" y="106679"/>
                  </a:lnTo>
                  <a:lnTo>
                    <a:pt x="54616" y="96519"/>
                  </a:lnTo>
                  <a:lnTo>
                    <a:pt x="72127" y="92709"/>
                  </a:lnTo>
                  <a:lnTo>
                    <a:pt x="203479" y="92709"/>
                  </a:lnTo>
                  <a:lnTo>
                    <a:pt x="203479" y="19049"/>
                  </a:lnTo>
                  <a:lnTo>
                    <a:pt x="205047" y="11429"/>
                  </a:lnTo>
                  <a:lnTo>
                    <a:pt x="209320" y="5079"/>
                  </a:lnTo>
                  <a:lnTo>
                    <a:pt x="215652" y="1269"/>
                  </a:lnTo>
                  <a:lnTo>
                    <a:pt x="223395" y="0"/>
                  </a:lnTo>
                  <a:lnTo>
                    <a:pt x="499016" y="0"/>
                  </a:lnTo>
                  <a:lnTo>
                    <a:pt x="506759" y="1269"/>
                  </a:lnTo>
                  <a:lnTo>
                    <a:pt x="513091" y="5079"/>
                  </a:lnTo>
                  <a:lnTo>
                    <a:pt x="517364" y="11429"/>
                  </a:lnTo>
                  <a:lnTo>
                    <a:pt x="518932" y="19049"/>
                  </a:lnTo>
                  <a:lnTo>
                    <a:pt x="518932" y="21589"/>
                  </a:lnTo>
                  <a:lnTo>
                    <a:pt x="226143" y="21589"/>
                  </a:lnTo>
                  <a:lnTo>
                    <a:pt x="226143" y="115569"/>
                  </a:lnTo>
                  <a:lnTo>
                    <a:pt x="72127" y="115569"/>
                  </a:lnTo>
                  <a:lnTo>
                    <a:pt x="63428" y="118109"/>
                  </a:lnTo>
                  <a:lnTo>
                    <a:pt x="56318" y="123189"/>
                  </a:lnTo>
                  <a:lnTo>
                    <a:pt x="51521" y="129539"/>
                  </a:lnTo>
                  <a:lnTo>
                    <a:pt x="49761" y="138429"/>
                  </a:lnTo>
                  <a:lnTo>
                    <a:pt x="49761" y="252729"/>
                  </a:lnTo>
                  <a:close/>
                </a:path>
                <a:path w="722629" h="668020">
                  <a:moveTo>
                    <a:pt x="518932" y="213359"/>
                  </a:moveTo>
                  <a:lnTo>
                    <a:pt x="496268" y="213359"/>
                  </a:lnTo>
                  <a:lnTo>
                    <a:pt x="496268" y="21589"/>
                  </a:lnTo>
                  <a:lnTo>
                    <a:pt x="518932" y="21589"/>
                  </a:lnTo>
                  <a:lnTo>
                    <a:pt x="518932" y="92709"/>
                  </a:lnTo>
                  <a:lnTo>
                    <a:pt x="650283" y="92709"/>
                  </a:lnTo>
                  <a:lnTo>
                    <a:pt x="667795" y="96519"/>
                  </a:lnTo>
                  <a:lnTo>
                    <a:pt x="682110" y="106679"/>
                  </a:lnTo>
                  <a:lnTo>
                    <a:pt x="688257" y="115569"/>
                  </a:lnTo>
                  <a:lnTo>
                    <a:pt x="518932" y="115569"/>
                  </a:lnTo>
                  <a:lnTo>
                    <a:pt x="518932" y="213359"/>
                  </a:lnTo>
                  <a:close/>
                </a:path>
                <a:path w="722629" h="668020">
                  <a:moveTo>
                    <a:pt x="303667" y="133349"/>
                  </a:moveTo>
                  <a:lnTo>
                    <a:pt x="274969" y="133349"/>
                  </a:lnTo>
                  <a:lnTo>
                    <a:pt x="306203" y="92709"/>
                  </a:lnTo>
                  <a:lnTo>
                    <a:pt x="303002" y="87629"/>
                  </a:lnTo>
                  <a:lnTo>
                    <a:pt x="301132" y="81279"/>
                  </a:lnTo>
                  <a:lnTo>
                    <a:pt x="301132" y="74929"/>
                  </a:lnTo>
                  <a:lnTo>
                    <a:pt x="303714" y="62229"/>
                  </a:lnTo>
                  <a:lnTo>
                    <a:pt x="310753" y="52069"/>
                  </a:lnTo>
                  <a:lnTo>
                    <a:pt x="321187" y="44449"/>
                  </a:lnTo>
                  <a:lnTo>
                    <a:pt x="333952" y="41909"/>
                  </a:lnTo>
                  <a:lnTo>
                    <a:pt x="346719" y="44449"/>
                  </a:lnTo>
                  <a:lnTo>
                    <a:pt x="357158" y="52069"/>
                  </a:lnTo>
                  <a:lnTo>
                    <a:pt x="364202" y="62229"/>
                  </a:lnTo>
                  <a:lnTo>
                    <a:pt x="364719" y="64769"/>
                  </a:lnTo>
                  <a:lnTo>
                    <a:pt x="328357" y="64769"/>
                  </a:lnTo>
                  <a:lnTo>
                    <a:pt x="323796" y="69849"/>
                  </a:lnTo>
                  <a:lnTo>
                    <a:pt x="323796" y="80009"/>
                  </a:lnTo>
                  <a:lnTo>
                    <a:pt x="328357" y="85089"/>
                  </a:lnTo>
                  <a:lnTo>
                    <a:pt x="369767" y="85089"/>
                  </a:lnTo>
                  <a:lnTo>
                    <a:pt x="383473" y="93979"/>
                  </a:lnTo>
                  <a:lnTo>
                    <a:pt x="448317" y="93979"/>
                  </a:lnTo>
                  <a:lnTo>
                    <a:pt x="439997" y="101599"/>
                  </a:lnTo>
                  <a:lnTo>
                    <a:pt x="353230" y="101599"/>
                  </a:lnTo>
                  <a:lnTo>
                    <a:pt x="347819" y="105409"/>
                  </a:lnTo>
                  <a:lnTo>
                    <a:pt x="344491" y="106679"/>
                  </a:lnTo>
                  <a:lnTo>
                    <a:pt x="324164" y="106679"/>
                  </a:lnTo>
                  <a:lnTo>
                    <a:pt x="303667" y="133349"/>
                  </a:lnTo>
                  <a:close/>
                </a:path>
                <a:path w="722629" h="668020">
                  <a:moveTo>
                    <a:pt x="451090" y="91439"/>
                  </a:moveTo>
                  <a:lnTo>
                    <a:pt x="417681" y="91439"/>
                  </a:lnTo>
                  <a:lnTo>
                    <a:pt x="445912" y="66039"/>
                  </a:lnTo>
                  <a:lnTo>
                    <a:pt x="438702" y="66039"/>
                  </a:lnTo>
                  <a:lnTo>
                    <a:pt x="433871" y="59689"/>
                  </a:lnTo>
                  <a:lnTo>
                    <a:pt x="434466" y="46989"/>
                  </a:lnTo>
                  <a:lnTo>
                    <a:pt x="439750" y="43179"/>
                  </a:lnTo>
                  <a:lnTo>
                    <a:pt x="446025" y="43179"/>
                  </a:lnTo>
                  <a:lnTo>
                    <a:pt x="475021" y="44449"/>
                  </a:lnTo>
                  <a:lnTo>
                    <a:pt x="478278" y="44449"/>
                  </a:lnTo>
                  <a:lnTo>
                    <a:pt x="481324" y="45719"/>
                  </a:lnTo>
                  <a:lnTo>
                    <a:pt x="485389" y="50799"/>
                  </a:lnTo>
                  <a:lnTo>
                    <a:pt x="486211" y="54609"/>
                  </a:lnTo>
                  <a:lnTo>
                    <a:pt x="480619" y="85089"/>
                  </a:lnTo>
                  <a:lnTo>
                    <a:pt x="458023" y="85089"/>
                  </a:lnTo>
                  <a:lnTo>
                    <a:pt x="451090" y="91439"/>
                  </a:lnTo>
                  <a:close/>
                </a:path>
                <a:path w="722629" h="668020">
                  <a:moveTo>
                    <a:pt x="369767" y="85089"/>
                  </a:moveTo>
                  <a:lnTo>
                    <a:pt x="339561" y="85089"/>
                  </a:lnTo>
                  <a:lnTo>
                    <a:pt x="344122" y="80009"/>
                  </a:lnTo>
                  <a:lnTo>
                    <a:pt x="344122" y="69849"/>
                  </a:lnTo>
                  <a:lnTo>
                    <a:pt x="339561" y="64769"/>
                  </a:lnTo>
                  <a:lnTo>
                    <a:pt x="364719" y="64769"/>
                  </a:lnTo>
                  <a:lnTo>
                    <a:pt x="366786" y="74929"/>
                  </a:lnTo>
                  <a:lnTo>
                    <a:pt x="366786" y="77469"/>
                  </a:lnTo>
                  <a:lnTo>
                    <a:pt x="366446" y="80009"/>
                  </a:lnTo>
                  <a:lnTo>
                    <a:pt x="365851" y="82549"/>
                  </a:lnTo>
                  <a:lnTo>
                    <a:pt x="369767" y="85089"/>
                  </a:lnTo>
                  <a:close/>
                </a:path>
                <a:path w="722629" h="668020">
                  <a:moveTo>
                    <a:pt x="474681" y="95249"/>
                  </a:moveTo>
                  <a:lnTo>
                    <a:pt x="467952" y="95249"/>
                  </a:lnTo>
                  <a:lnTo>
                    <a:pt x="462173" y="93979"/>
                  </a:lnTo>
                  <a:lnTo>
                    <a:pt x="458504" y="90169"/>
                  </a:lnTo>
                  <a:lnTo>
                    <a:pt x="458023" y="85089"/>
                  </a:lnTo>
                  <a:lnTo>
                    <a:pt x="480619" y="85089"/>
                  </a:lnTo>
                  <a:lnTo>
                    <a:pt x="479454" y="91439"/>
                  </a:lnTo>
                  <a:lnTo>
                    <a:pt x="474681" y="95249"/>
                  </a:lnTo>
                  <a:close/>
                </a:path>
                <a:path w="722629" h="668020">
                  <a:moveTo>
                    <a:pt x="448317" y="93979"/>
                  </a:moveTo>
                  <a:lnTo>
                    <a:pt x="383473" y="93979"/>
                  </a:lnTo>
                  <a:lnTo>
                    <a:pt x="388884" y="90169"/>
                  </a:lnTo>
                  <a:lnTo>
                    <a:pt x="395541" y="87629"/>
                  </a:lnTo>
                  <a:lnTo>
                    <a:pt x="408120" y="87629"/>
                  </a:lnTo>
                  <a:lnTo>
                    <a:pt x="413191" y="88899"/>
                  </a:lnTo>
                  <a:lnTo>
                    <a:pt x="417681" y="91439"/>
                  </a:lnTo>
                  <a:lnTo>
                    <a:pt x="451090" y="91439"/>
                  </a:lnTo>
                  <a:lnTo>
                    <a:pt x="448317" y="93979"/>
                  </a:lnTo>
                  <a:close/>
                </a:path>
                <a:path w="722629" h="668020">
                  <a:moveTo>
                    <a:pt x="402737" y="153669"/>
                  </a:moveTo>
                  <a:lnTo>
                    <a:pt x="389978" y="151129"/>
                  </a:lnTo>
                  <a:lnTo>
                    <a:pt x="379544" y="144779"/>
                  </a:lnTo>
                  <a:lnTo>
                    <a:pt x="372501" y="133349"/>
                  </a:lnTo>
                  <a:lnTo>
                    <a:pt x="369917" y="120649"/>
                  </a:lnTo>
                  <a:lnTo>
                    <a:pt x="369917" y="118109"/>
                  </a:lnTo>
                  <a:lnTo>
                    <a:pt x="370257" y="115569"/>
                  </a:lnTo>
                  <a:lnTo>
                    <a:pt x="370852" y="113029"/>
                  </a:lnTo>
                  <a:lnTo>
                    <a:pt x="353230" y="101599"/>
                  </a:lnTo>
                  <a:lnTo>
                    <a:pt x="439997" y="101599"/>
                  </a:lnTo>
                  <a:lnTo>
                    <a:pt x="433064" y="107949"/>
                  </a:lnTo>
                  <a:lnTo>
                    <a:pt x="434141" y="110489"/>
                  </a:lnTo>
                  <a:lnTo>
                    <a:pt x="397156" y="110489"/>
                  </a:lnTo>
                  <a:lnTo>
                    <a:pt x="392595" y="115569"/>
                  </a:lnTo>
                  <a:lnTo>
                    <a:pt x="392595" y="126999"/>
                  </a:lnTo>
                  <a:lnTo>
                    <a:pt x="397142" y="130809"/>
                  </a:lnTo>
                  <a:lnTo>
                    <a:pt x="433502" y="130809"/>
                  </a:lnTo>
                  <a:lnTo>
                    <a:pt x="432985" y="133349"/>
                  </a:lnTo>
                  <a:lnTo>
                    <a:pt x="425937" y="144779"/>
                  </a:lnTo>
                  <a:lnTo>
                    <a:pt x="415498" y="151129"/>
                  </a:lnTo>
                  <a:lnTo>
                    <a:pt x="402737" y="153669"/>
                  </a:lnTo>
                  <a:close/>
                </a:path>
                <a:path w="722629" h="668020">
                  <a:moveTo>
                    <a:pt x="341162" y="107949"/>
                  </a:moveTo>
                  <a:lnTo>
                    <a:pt x="330552" y="107949"/>
                  </a:lnTo>
                  <a:lnTo>
                    <a:pt x="327266" y="106679"/>
                  </a:lnTo>
                  <a:lnTo>
                    <a:pt x="344491" y="106679"/>
                  </a:lnTo>
                  <a:lnTo>
                    <a:pt x="341162" y="107949"/>
                  </a:lnTo>
                  <a:close/>
                </a:path>
                <a:path w="722629" h="668020">
                  <a:moveTo>
                    <a:pt x="433502" y="130809"/>
                  </a:moveTo>
                  <a:lnTo>
                    <a:pt x="408346" y="130809"/>
                  </a:lnTo>
                  <a:lnTo>
                    <a:pt x="412921" y="126999"/>
                  </a:lnTo>
                  <a:lnTo>
                    <a:pt x="412921" y="115569"/>
                  </a:lnTo>
                  <a:lnTo>
                    <a:pt x="408360" y="110489"/>
                  </a:lnTo>
                  <a:lnTo>
                    <a:pt x="434141" y="110489"/>
                  </a:lnTo>
                  <a:lnTo>
                    <a:pt x="434679" y="111759"/>
                  </a:lnTo>
                  <a:lnTo>
                    <a:pt x="435571" y="116839"/>
                  </a:lnTo>
                  <a:lnTo>
                    <a:pt x="435571" y="120649"/>
                  </a:lnTo>
                  <a:lnTo>
                    <a:pt x="433502" y="130809"/>
                  </a:lnTo>
                  <a:close/>
                </a:path>
                <a:path w="722629" h="668020">
                  <a:moveTo>
                    <a:pt x="499016" y="236219"/>
                  </a:moveTo>
                  <a:lnTo>
                    <a:pt x="223395" y="236219"/>
                  </a:lnTo>
                  <a:lnTo>
                    <a:pt x="215652" y="234949"/>
                  </a:lnTo>
                  <a:lnTo>
                    <a:pt x="209320" y="231139"/>
                  </a:lnTo>
                  <a:lnTo>
                    <a:pt x="205047" y="224789"/>
                  </a:lnTo>
                  <a:lnTo>
                    <a:pt x="203479" y="217169"/>
                  </a:lnTo>
                  <a:lnTo>
                    <a:pt x="203479" y="115569"/>
                  </a:lnTo>
                  <a:lnTo>
                    <a:pt x="226143" y="115569"/>
                  </a:lnTo>
                  <a:lnTo>
                    <a:pt x="226143" y="213359"/>
                  </a:lnTo>
                  <a:lnTo>
                    <a:pt x="518932" y="213359"/>
                  </a:lnTo>
                  <a:lnTo>
                    <a:pt x="518932" y="217169"/>
                  </a:lnTo>
                  <a:lnTo>
                    <a:pt x="517364" y="224789"/>
                  </a:lnTo>
                  <a:lnTo>
                    <a:pt x="513091" y="231139"/>
                  </a:lnTo>
                  <a:lnTo>
                    <a:pt x="506759" y="234949"/>
                  </a:lnTo>
                  <a:lnTo>
                    <a:pt x="499016" y="236219"/>
                  </a:lnTo>
                  <a:close/>
                </a:path>
                <a:path w="722629" h="668020">
                  <a:moveTo>
                    <a:pt x="695314" y="252729"/>
                  </a:moveTo>
                  <a:lnTo>
                    <a:pt x="672650" y="252729"/>
                  </a:lnTo>
                  <a:lnTo>
                    <a:pt x="672650" y="138429"/>
                  </a:lnTo>
                  <a:lnTo>
                    <a:pt x="670890" y="129539"/>
                  </a:lnTo>
                  <a:lnTo>
                    <a:pt x="666093" y="123189"/>
                  </a:lnTo>
                  <a:lnTo>
                    <a:pt x="658983" y="118109"/>
                  </a:lnTo>
                  <a:lnTo>
                    <a:pt x="650283" y="115569"/>
                  </a:lnTo>
                  <a:lnTo>
                    <a:pt x="688257" y="115569"/>
                  </a:lnTo>
                  <a:lnTo>
                    <a:pt x="691770" y="120649"/>
                  </a:lnTo>
                  <a:lnTo>
                    <a:pt x="695314" y="138429"/>
                  </a:lnTo>
                  <a:lnTo>
                    <a:pt x="695314" y="252729"/>
                  </a:lnTo>
                  <a:close/>
                </a:path>
                <a:path w="722629" h="668020">
                  <a:moveTo>
                    <a:pt x="265167" y="196849"/>
                  </a:moveTo>
                  <a:lnTo>
                    <a:pt x="252408" y="194309"/>
                  </a:lnTo>
                  <a:lnTo>
                    <a:pt x="241974" y="187959"/>
                  </a:lnTo>
                  <a:lnTo>
                    <a:pt x="234931" y="176529"/>
                  </a:lnTo>
                  <a:lnTo>
                    <a:pt x="232347" y="163829"/>
                  </a:lnTo>
                  <a:lnTo>
                    <a:pt x="234929" y="151129"/>
                  </a:lnTo>
                  <a:lnTo>
                    <a:pt x="241968" y="140969"/>
                  </a:lnTo>
                  <a:lnTo>
                    <a:pt x="252402" y="134619"/>
                  </a:lnTo>
                  <a:lnTo>
                    <a:pt x="265167" y="132079"/>
                  </a:lnTo>
                  <a:lnTo>
                    <a:pt x="271867" y="132079"/>
                  </a:lnTo>
                  <a:lnTo>
                    <a:pt x="274969" y="133349"/>
                  </a:lnTo>
                  <a:lnTo>
                    <a:pt x="303667" y="133349"/>
                  </a:lnTo>
                  <a:lnTo>
                    <a:pt x="292930" y="147319"/>
                  </a:lnTo>
                  <a:lnTo>
                    <a:pt x="296132" y="152399"/>
                  </a:lnTo>
                  <a:lnTo>
                    <a:pt x="296599" y="153669"/>
                  </a:lnTo>
                  <a:lnTo>
                    <a:pt x="259572" y="153669"/>
                  </a:lnTo>
                  <a:lnTo>
                    <a:pt x="255011" y="158749"/>
                  </a:lnTo>
                  <a:lnTo>
                    <a:pt x="255011" y="170179"/>
                  </a:lnTo>
                  <a:lnTo>
                    <a:pt x="259558" y="173989"/>
                  </a:lnTo>
                  <a:lnTo>
                    <a:pt x="295932" y="173989"/>
                  </a:lnTo>
                  <a:lnTo>
                    <a:pt x="295415" y="176529"/>
                  </a:lnTo>
                  <a:lnTo>
                    <a:pt x="288367" y="187959"/>
                  </a:lnTo>
                  <a:lnTo>
                    <a:pt x="277929" y="194309"/>
                  </a:lnTo>
                  <a:lnTo>
                    <a:pt x="265167" y="196849"/>
                  </a:lnTo>
                  <a:close/>
                </a:path>
                <a:path w="722629" h="668020">
                  <a:moveTo>
                    <a:pt x="295932" y="173989"/>
                  </a:moveTo>
                  <a:lnTo>
                    <a:pt x="270776" y="173989"/>
                  </a:lnTo>
                  <a:lnTo>
                    <a:pt x="275337" y="170179"/>
                  </a:lnTo>
                  <a:lnTo>
                    <a:pt x="275337" y="158749"/>
                  </a:lnTo>
                  <a:lnTo>
                    <a:pt x="270776" y="153669"/>
                  </a:lnTo>
                  <a:lnTo>
                    <a:pt x="296599" y="153669"/>
                  </a:lnTo>
                  <a:lnTo>
                    <a:pt x="298001" y="157479"/>
                  </a:lnTo>
                  <a:lnTo>
                    <a:pt x="298001" y="163829"/>
                  </a:lnTo>
                  <a:lnTo>
                    <a:pt x="295932" y="173989"/>
                  </a:lnTo>
                  <a:close/>
                </a:path>
                <a:path w="722629" h="668020">
                  <a:moveTo>
                    <a:pt x="295537" y="490219"/>
                  </a:moveTo>
                  <a:lnTo>
                    <a:pt x="19915" y="490219"/>
                  </a:lnTo>
                  <a:lnTo>
                    <a:pt x="12172" y="488949"/>
                  </a:lnTo>
                  <a:lnTo>
                    <a:pt x="5841" y="483869"/>
                  </a:lnTo>
                  <a:lnTo>
                    <a:pt x="1568" y="477519"/>
                  </a:lnTo>
                  <a:lnTo>
                    <a:pt x="0" y="469899"/>
                  </a:lnTo>
                  <a:lnTo>
                    <a:pt x="0" y="273049"/>
                  </a:lnTo>
                  <a:lnTo>
                    <a:pt x="1568" y="265429"/>
                  </a:lnTo>
                  <a:lnTo>
                    <a:pt x="5841" y="259079"/>
                  </a:lnTo>
                  <a:lnTo>
                    <a:pt x="12172" y="253999"/>
                  </a:lnTo>
                  <a:lnTo>
                    <a:pt x="19915" y="252729"/>
                  </a:lnTo>
                  <a:lnTo>
                    <a:pt x="295537" y="252729"/>
                  </a:lnTo>
                  <a:lnTo>
                    <a:pt x="303280" y="253999"/>
                  </a:lnTo>
                  <a:lnTo>
                    <a:pt x="309611" y="259079"/>
                  </a:lnTo>
                  <a:lnTo>
                    <a:pt x="313884" y="265429"/>
                  </a:lnTo>
                  <a:lnTo>
                    <a:pt x="315453" y="273049"/>
                  </a:lnTo>
                  <a:lnTo>
                    <a:pt x="315453" y="275589"/>
                  </a:lnTo>
                  <a:lnTo>
                    <a:pt x="22663" y="275589"/>
                  </a:lnTo>
                  <a:lnTo>
                    <a:pt x="22663" y="467359"/>
                  </a:lnTo>
                  <a:lnTo>
                    <a:pt x="315453" y="467359"/>
                  </a:lnTo>
                  <a:lnTo>
                    <a:pt x="315453" y="469899"/>
                  </a:lnTo>
                  <a:lnTo>
                    <a:pt x="313884" y="477519"/>
                  </a:lnTo>
                  <a:lnTo>
                    <a:pt x="309611" y="483869"/>
                  </a:lnTo>
                  <a:lnTo>
                    <a:pt x="303280" y="488949"/>
                  </a:lnTo>
                  <a:lnTo>
                    <a:pt x="295537" y="490219"/>
                  </a:lnTo>
                  <a:close/>
                </a:path>
                <a:path w="722629" h="668020">
                  <a:moveTo>
                    <a:pt x="702495" y="490219"/>
                  </a:moveTo>
                  <a:lnTo>
                    <a:pt x="426874" y="490219"/>
                  </a:lnTo>
                  <a:lnTo>
                    <a:pt x="419131" y="488949"/>
                  </a:lnTo>
                  <a:lnTo>
                    <a:pt x="412799" y="483869"/>
                  </a:lnTo>
                  <a:lnTo>
                    <a:pt x="408526" y="477519"/>
                  </a:lnTo>
                  <a:lnTo>
                    <a:pt x="406958" y="469899"/>
                  </a:lnTo>
                  <a:lnTo>
                    <a:pt x="406958" y="273049"/>
                  </a:lnTo>
                  <a:lnTo>
                    <a:pt x="408526" y="265429"/>
                  </a:lnTo>
                  <a:lnTo>
                    <a:pt x="412799" y="259079"/>
                  </a:lnTo>
                  <a:lnTo>
                    <a:pt x="419131" y="253999"/>
                  </a:lnTo>
                  <a:lnTo>
                    <a:pt x="426874" y="252729"/>
                  </a:lnTo>
                  <a:lnTo>
                    <a:pt x="702495" y="252729"/>
                  </a:lnTo>
                  <a:lnTo>
                    <a:pt x="710238" y="253999"/>
                  </a:lnTo>
                  <a:lnTo>
                    <a:pt x="716570" y="259079"/>
                  </a:lnTo>
                  <a:lnTo>
                    <a:pt x="720843" y="265429"/>
                  </a:lnTo>
                  <a:lnTo>
                    <a:pt x="722411" y="273049"/>
                  </a:lnTo>
                  <a:lnTo>
                    <a:pt x="722411" y="275589"/>
                  </a:lnTo>
                  <a:lnTo>
                    <a:pt x="429594" y="275589"/>
                  </a:lnTo>
                  <a:lnTo>
                    <a:pt x="429594" y="467359"/>
                  </a:lnTo>
                  <a:lnTo>
                    <a:pt x="722411" y="467359"/>
                  </a:lnTo>
                  <a:lnTo>
                    <a:pt x="722411" y="469899"/>
                  </a:lnTo>
                  <a:lnTo>
                    <a:pt x="720843" y="477519"/>
                  </a:lnTo>
                  <a:lnTo>
                    <a:pt x="716570" y="483869"/>
                  </a:lnTo>
                  <a:lnTo>
                    <a:pt x="710238" y="488949"/>
                  </a:lnTo>
                  <a:lnTo>
                    <a:pt x="702495" y="490219"/>
                  </a:lnTo>
                  <a:close/>
                </a:path>
                <a:path w="722629" h="668020">
                  <a:moveTo>
                    <a:pt x="315453" y="467359"/>
                  </a:moveTo>
                  <a:lnTo>
                    <a:pt x="292789" y="467359"/>
                  </a:lnTo>
                  <a:lnTo>
                    <a:pt x="292789" y="275589"/>
                  </a:lnTo>
                  <a:lnTo>
                    <a:pt x="315453" y="275589"/>
                  </a:lnTo>
                  <a:lnTo>
                    <a:pt x="315453" y="467359"/>
                  </a:lnTo>
                  <a:close/>
                </a:path>
                <a:path w="722629" h="668020">
                  <a:moveTo>
                    <a:pt x="722411" y="467359"/>
                  </a:moveTo>
                  <a:lnTo>
                    <a:pt x="699747" y="467359"/>
                  </a:lnTo>
                  <a:lnTo>
                    <a:pt x="699747" y="275589"/>
                  </a:lnTo>
                  <a:lnTo>
                    <a:pt x="722411" y="275589"/>
                  </a:lnTo>
                  <a:lnTo>
                    <a:pt x="722411" y="467359"/>
                  </a:lnTo>
                  <a:close/>
                </a:path>
                <a:path w="722629" h="668020">
                  <a:moveTo>
                    <a:pt x="157726" y="459739"/>
                  </a:moveTo>
                  <a:lnTo>
                    <a:pt x="123271" y="453389"/>
                  </a:lnTo>
                  <a:lnTo>
                    <a:pt x="95105" y="434339"/>
                  </a:lnTo>
                  <a:lnTo>
                    <a:pt x="76098" y="406399"/>
                  </a:lnTo>
                  <a:lnTo>
                    <a:pt x="69124" y="372109"/>
                  </a:lnTo>
                  <a:lnTo>
                    <a:pt x="76098" y="336549"/>
                  </a:lnTo>
                  <a:lnTo>
                    <a:pt x="95105" y="308609"/>
                  </a:lnTo>
                  <a:lnTo>
                    <a:pt x="123271" y="289559"/>
                  </a:lnTo>
                  <a:lnTo>
                    <a:pt x="157726" y="283209"/>
                  </a:lnTo>
                  <a:lnTo>
                    <a:pt x="192181" y="289559"/>
                  </a:lnTo>
                  <a:lnTo>
                    <a:pt x="216592" y="306069"/>
                  </a:lnTo>
                  <a:lnTo>
                    <a:pt x="146394" y="306069"/>
                  </a:lnTo>
                  <a:lnTo>
                    <a:pt x="124793" y="314959"/>
                  </a:lnTo>
                  <a:lnTo>
                    <a:pt x="107474" y="328929"/>
                  </a:lnTo>
                  <a:lnTo>
                    <a:pt x="95964" y="347979"/>
                  </a:lnTo>
                  <a:lnTo>
                    <a:pt x="91788" y="372109"/>
                  </a:lnTo>
                  <a:lnTo>
                    <a:pt x="93026" y="384809"/>
                  </a:lnTo>
                  <a:lnTo>
                    <a:pt x="96580" y="396239"/>
                  </a:lnTo>
                  <a:lnTo>
                    <a:pt x="102210" y="407669"/>
                  </a:lnTo>
                  <a:lnTo>
                    <a:pt x="109679" y="416559"/>
                  </a:lnTo>
                  <a:lnTo>
                    <a:pt x="138491" y="416559"/>
                  </a:lnTo>
                  <a:lnTo>
                    <a:pt x="127796" y="430529"/>
                  </a:lnTo>
                  <a:lnTo>
                    <a:pt x="134753" y="433069"/>
                  </a:lnTo>
                  <a:lnTo>
                    <a:pt x="142097" y="435609"/>
                  </a:lnTo>
                  <a:lnTo>
                    <a:pt x="157726" y="438149"/>
                  </a:lnTo>
                  <a:lnTo>
                    <a:pt x="214714" y="438149"/>
                  </a:lnTo>
                  <a:lnTo>
                    <a:pt x="192181" y="453389"/>
                  </a:lnTo>
                  <a:lnTo>
                    <a:pt x="157726" y="459739"/>
                  </a:lnTo>
                  <a:close/>
                </a:path>
                <a:path w="722629" h="668020">
                  <a:moveTo>
                    <a:pt x="138491" y="416559"/>
                  </a:moveTo>
                  <a:lnTo>
                    <a:pt x="109679" y="416559"/>
                  </a:lnTo>
                  <a:lnTo>
                    <a:pt x="123291" y="398779"/>
                  </a:lnTo>
                  <a:lnTo>
                    <a:pt x="119371" y="392429"/>
                  </a:lnTo>
                  <a:lnTo>
                    <a:pt x="116435" y="386079"/>
                  </a:lnTo>
                  <a:lnTo>
                    <a:pt x="114594" y="379729"/>
                  </a:lnTo>
                  <a:lnTo>
                    <a:pt x="114063" y="373379"/>
                  </a:lnTo>
                  <a:lnTo>
                    <a:pt x="113956" y="372109"/>
                  </a:lnTo>
                  <a:lnTo>
                    <a:pt x="116401" y="356869"/>
                  </a:lnTo>
                  <a:lnTo>
                    <a:pt x="123180" y="345439"/>
                  </a:lnTo>
                  <a:lnTo>
                    <a:pt x="133456" y="335279"/>
                  </a:lnTo>
                  <a:lnTo>
                    <a:pt x="146394" y="328929"/>
                  </a:lnTo>
                  <a:lnTo>
                    <a:pt x="146394" y="306069"/>
                  </a:lnTo>
                  <a:lnTo>
                    <a:pt x="169058" y="306069"/>
                  </a:lnTo>
                  <a:lnTo>
                    <a:pt x="169058" y="328929"/>
                  </a:lnTo>
                  <a:lnTo>
                    <a:pt x="181997" y="335279"/>
                  </a:lnTo>
                  <a:lnTo>
                    <a:pt x="192273" y="345439"/>
                  </a:lnTo>
                  <a:lnTo>
                    <a:pt x="195285" y="350519"/>
                  </a:lnTo>
                  <a:lnTo>
                    <a:pt x="157740" y="350519"/>
                  </a:lnTo>
                  <a:lnTo>
                    <a:pt x="149530" y="351789"/>
                  </a:lnTo>
                  <a:lnTo>
                    <a:pt x="142821" y="356869"/>
                  </a:lnTo>
                  <a:lnTo>
                    <a:pt x="138295" y="363219"/>
                  </a:lnTo>
                  <a:lnTo>
                    <a:pt x="136634" y="372109"/>
                  </a:lnTo>
                  <a:lnTo>
                    <a:pt x="138295" y="379729"/>
                  </a:lnTo>
                  <a:lnTo>
                    <a:pt x="142821" y="386079"/>
                  </a:lnTo>
                  <a:lnTo>
                    <a:pt x="149530" y="391159"/>
                  </a:lnTo>
                  <a:lnTo>
                    <a:pt x="157740" y="392429"/>
                  </a:lnTo>
                  <a:lnTo>
                    <a:pt x="242195" y="392429"/>
                  </a:lnTo>
                  <a:lnTo>
                    <a:pt x="240904" y="398779"/>
                  </a:lnTo>
                  <a:lnTo>
                    <a:pt x="192019" y="398779"/>
                  </a:lnTo>
                  <a:lnTo>
                    <a:pt x="185231" y="405129"/>
                  </a:lnTo>
                  <a:lnTo>
                    <a:pt x="177072" y="411479"/>
                  </a:lnTo>
                  <a:lnTo>
                    <a:pt x="172443" y="412749"/>
                  </a:lnTo>
                  <a:lnTo>
                    <a:pt x="141408" y="412749"/>
                  </a:lnTo>
                  <a:lnTo>
                    <a:pt x="138491" y="416559"/>
                  </a:lnTo>
                  <a:close/>
                </a:path>
                <a:path w="722629" h="668020">
                  <a:moveTo>
                    <a:pt x="243228" y="387349"/>
                  </a:moveTo>
                  <a:lnTo>
                    <a:pt x="221851" y="387349"/>
                  </a:lnTo>
                  <a:lnTo>
                    <a:pt x="223026" y="382269"/>
                  </a:lnTo>
                  <a:lnTo>
                    <a:pt x="223664" y="377189"/>
                  </a:lnTo>
                  <a:lnTo>
                    <a:pt x="223664" y="372109"/>
                  </a:lnTo>
                  <a:lnTo>
                    <a:pt x="219488" y="347979"/>
                  </a:lnTo>
                  <a:lnTo>
                    <a:pt x="207978" y="328929"/>
                  </a:lnTo>
                  <a:lnTo>
                    <a:pt x="190659" y="314959"/>
                  </a:lnTo>
                  <a:lnTo>
                    <a:pt x="169058" y="306069"/>
                  </a:lnTo>
                  <a:lnTo>
                    <a:pt x="216592" y="306069"/>
                  </a:lnTo>
                  <a:lnTo>
                    <a:pt x="220347" y="308609"/>
                  </a:lnTo>
                  <a:lnTo>
                    <a:pt x="239354" y="336549"/>
                  </a:lnTo>
                  <a:lnTo>
                    <a:pt x="246328" y="372109"/>
                  </a:lnTo>
                  <a:lnTo>
                    <a:pt x="243228" y="387349"/>
                  </a:lnTo>
                  <a:close/>
                </a:path>
                <a:path w="722629" h="668020">
                  <a:moveTo>
                    <a:pt x="653159" y="467359"/>
                  </a:moveTo>
                  <a:lnTo>
                    <a:pt x="630495" y="467359"/>
                  </a:lnTo>
                  <a:lnTo>
                    <a:pt x="630495" y="312419"/>
                  </a:lnTo>
                  <a:lnTo>
                    <a:pt x="637011" y="306069"/>
                  </a:lnTo>
                  <a:lnTo>
                    <a:pt x="683047" y="306069"/>
                  </a:lnTo>
                  <a:lnTo>
                    <a:pt x="689563" y="312419"/>
                  </a:lnTo>
                  <a:lnTo>
                    <a:pt x="689563" y="327659"/>
                  </a:lnTo>
                  <a:lnTo>
                    <a:pt x="653159" y="327659"/>
                  </a:lnTo>
                  <a:lnTo>
                    <a:pt x="653159" y="467359"/>
                  </a:lnTo>
                  <a:close/>
                </a:path>
                <a:path w="722629" h="668020">
                  <a:moveTo>
                    <a:pt x="689563" y="467359"/>
                  </a:moveTo>
                  <a:lnTo>
                    <a:pt x="666899" y="467359"/>
                  </a:lnTo>
                  <a:lnTo>
                    <a:pt x="666899" y="327659"/>
                  </a:lnTo>
                  <a:lnTo>
                    <a:pt x="689563" y="327659"/>
                  </a:lnTo>
                  <a:lnTo>
                    <a:pt x="689563" y="467359"/>
                  </a:lnTo>
                  <a:close/>
                </a:path>
                <a:path w="722629" h="668020">
                  <a:moveTo>
                    <a:pt x="526028" y="467359"/>
                  </a:moveTo>
                  <a:lnTo>
                    <a:pt x="503350" y="467359"/>
                  </a:lnTo>
                  <a:lnTo>
                    <a:pt x="503350" y="340359"/>
                  </a:lnTo>
                  <a:lnTo>
                    <a:pt x="509866" y="334009"/>
                  </a:lnTo>
                  <a:lnTo>
                    <a:pt x="555902" y="334009"/>
                  </a:lnTo>
                  <a:lnTo>
                    <a:pt x="562418" y="340359"/>
                  </a:lnTo>
                  <a:lnTo>
                    <a:pt x="562418" y="356869"/>
                  </a:lnTo>
                  <a:lnTo>
                    <a:pt x="526028" y="356869"/>
                  </a:lnTo>
                  <a:lnTo>
                    <a:pt x="526028" y="467359"/>
                  </a:lnTo>
                  <a:close/>
                </a:path>
                <a:path w="722629" h="668020">
                  <a:moveTo>
                    <a:pt x="242195" y="392429"/>
                  </a:moveTo>
                  <a:lnTo>
                    <a:pt x="157740" y="392429"/>
                  </a:lnTo>
                  <a:lnTo>
                    <a:pt x="165950" y="391159"/>
                  </a:lnTo>
                  <a:lnTo>
                    <a:pt x="172659" y="386079"/>
                  </a:lnTo>
                  <a:lnTo>
                    <a:pt x="177186" y="379729"/>
                  </a:lnTo>
                  <a:lnTo>
                    <a:pt x="178846" y="372109"/>
                  </a:lnTo>
                  <a:lnTo>
                    <a:pt x="177186" y="363219"/>
                  </a:lnTo>
                  <a:lnTo>
                    <a:pt x="172659" y="356869"/>
                  </a:lnTo>
                  <a:lnTo>
                    <a:pt x="165950" y="351789"/>
                  </a:lnTo>
                  <a:lnTo>
                    <a:pt x="157740" y="350519"/>
                  </a:lnTo>
                  <a:lnTo>
                    <a:pt x="195285" y="350519"/>
                  </a:lnTo>
                  <a:lnTo>
                    <a:pt x="199051" y="356869"/>
                  </a:lnTo>
                  <a:lnTo>
                    <a:pt x="201496" y="372109"/>
                  </a:lnTo>
                  <a:lnTo>
                    <a:pt x="201496" y="373379"/>
                  </a:lnTo>
                  <a:lnTo>
                    <a:pt x="201326" y="375919"/>
                  </a:lnTo>
                  <a:lnTo>
                    <a:pt x="201028" y="378459"/>
                  </a:lnTo>
                  <a:lnTo>
                    <a:pt x="221851" y="387349"/>
                  </a:lnTo>
                  <a:lnTo>
                    <a:pt x="243228" y="387349"/>
                  </a:lnTo>
                  <a:lnTo>
                    <a:pt x="242195" y="392429"/>
                  </a:lnTo>
                  <a:close/>
                </a:path>
                <a:path w="722629" h="668020">
                  <a:moveTo>
                    <a:pt x="562418" y="467359"/>
                  </a:moveTo>
                  <a:lnTo>
                    <a:pt x="539768" y="467359"/>
                  </a:lnTo>
                  <a:lnTo>
                    <a:pt x="539768" y="356869"/>
                  </a:lnTo>
                  <a:lnTo>
                    <a:pt x="562418" y="356869"/>
                  </a:lnTo>
                  <a:lnTo>
                    <a:pt x="562418" y="467359"/>
                  </a:lnTo>
                  <a:close/>
                </a:path>
                <a:path w="722629" h="668020">
                  <a:moveTo>
                    <a:pt x="589587" y="467359"/>
                  </a:moveTo>
                  <a:lnTo>
                    <a:pt x="566923" y="467359"/>
                  </a:lnTo>
                  <a:lnTo>
                    <a:pt x="566923" y="370839"/>
                  </a:lnTo>
                  <a:lnTo>
                    <a:pt x="573439" y="364489"/>
                  </a:lnTo>
                  <a:lnTo>
                    <a:pt x="619475" y="364489"/>
                  </a:lnTo>
                  <a:lnTo>
                    <a:pt x="625990" y="370839"/>
                  </a:lnTo>
                  <a:lnTo>
                    <a:pt x="625990" y="387349"/>
                  </a:lnTo>
                  <a:lnTo>
                    <a:pt x="589587" y="387349"/>
                  </a:lnTo>
                  <a:lnTo>
                    <a:pt x="589587" y="467359"/>
                  </a:lnTo>
                  <a:close/>
                </a:path>
                <a:path w="722629" h="668020">
                  <a:moveTo>
                    <a:pt x="625990" y="467359"/>
                  </a:moveTo>
                  <a:lnTo>
                    <a:pt x="603327" y="467359"/>
                  </a:lnTo>
                  <a:lnTo>
                    <a:pt x="603327" y="387349"/>
                  </a:lnTo>
                  <a:lnTo>
                    <a:pt x="625990" y="387349"/>
                  </a:lnTo>
                  <a:lnTo>
                    <a:pt x="625990" y="467359"/>
                  </a:lnTo>
                  <a:close/>
                </a:path>
                <a:path w="722629" h="668020">
                  <a:moveTo>
                    <a:pt x="214714" y="438149"/>
                  </a:moveTo>
                  <a:lnTo>
                    <a:pt x="157726" y="438149"/>
                  </a:lnTo>
                  <a:lnTo>
                    <a:pt x="174397" y="435609"/>
                  </a:lnTo>
                  <a:lnTo>
                    <a:pt x="189502" y="429259"/>
                  </a:lnTo>
                  <a:lnTo>
                    <a:pt x="202497" y="420369"/>
                  </a:lnTo>
                  <a:lnTo>
                    <a:pt x="212842" y="407669"/>
                  </a:lnTo>
                  <a:lnTo>
                    <a:pt x="192019" y="398779"/>
                  </a:lnTo>
                  <a:lnTo>
                    <a:pt x="240904" y="398779"/>
                  </a:lnTo>
                  <a:lnTo>
                    <a:pt x="239354" y="406399"/>
                  </a:lnTo>
                  <a:lnTo>
                    <a:pt x="220347" y="434339"/>
                  </a:lnTo>
                  <a:lnTo>
                    <a:pt x="214714" y="438149"/>
                  </a:lnTo>
                  <a:close/>
                </a:path>
                <a:path w="722629" h="668020">
                  <a:moveTo>
                    <a:pt x="462470" y="467359"/>
                  </a:moveTo>
                  <a:lnTo>
                    <a:pt x="439778" y="467359"/>
                  </a:lnTo>
                  <a:lnTo>
                    <a:pt x="439778" y="410209"/>
                  </a:lnTo>
                  <a:lnTo>
                    <a:pt x="446294" y="403859"/>
                  </a:lnTo>
                  <a:lnTo>
                    <a:pt x="492330" y="403859"/>
                  </a:lnTo>
                  <a:lnTo>
                    <a:pt x="498846" y="410209"/>
                  </a:lnTo>
                  <a:lnTo>
                    <a:pt x="498846" y="426719"/>
                  </a:lnTo>
                  <a:lnTo>
                    <a:pt x="462470" y="426719"/>
                  </a:lnTo>
                  <a:lnTo>
                    <a:pt x="462470" y="467359"/>
                  </a:lnTo>
                  <a:close/>
                </a:path>
                <a:path w="722629" h="668020">
                  <a:moveTo>
                    <a:pt x="157726" y="415289"/>
                  </a:moveTo>
                  <a:lnTo>
                    <a:pt x="151961" y="415289"/>
                  </a:lnTo>
                  <a:lnTo>
                    <a:pt x="146451" y="414019"/>
                  </a:lnTo>
                  <a:lnTo>
                    <a:pt x="141408" y="412749"/>
                  </a:lnTo>
                  <a:lnTo>
                    <a:pt x="172443" y="412749"/>
                  </a:lnTo>
                  <a:lnTo>
                    <a:pt x="167813" y="414019"/>
                  </a:lnTo>
                  <a:lnTo>
                    <a:pt x="157726" y="415289"/>
                  </a:lnTo>
                  <a:close/>
                </a:path>
                <a:path w="722629" h="668020">
                  <a:moveTo>
                    <a:pt x="498846" y="467359"/>
                  </a:moveTo>
                  <a:lnTo>
                    <a:pt x="476210" y="467359"/>
                  </a:lnTo>
                  <a:lnTo>
                    <a:pt x="476210" y="426719"/>
                  </a:lnTo>
                  <a:lnTo>
                    <a:pt x="498846" y="426719"/>
                  </a:lnTo>
                  <a:lnTo>
                    <a:pt x="498846" y="467359"/>
                  </a:lnTo>
                  <a:close/>
                </a:path>
                <a:path w="722629" h="668020">
                  <a:moveTo>
                    <a:pt x="650283" y="589279"/>
                  </a:moveTo>
                  <a:lnTo>
                    <a:pt x="72127" y="589279"/>
                  </a:lnTo>
                  <a:lnTo>
                    <a:pt x="54616" y="585469"/>
                  </a:lnTo>
                  <a:lnTo>
                    <a:pt x="40301" y="575309"/>
                  </a:lnTo>
                  <a:lnTo>
                    <a:pt x="30641" y="561339"/>
                  </a:lnTo>
                  <a:lnTo>
                    <a:pt x="27097" y="543559"/>
                  </a:lnTo>
                  <a:lnTo>
                    <a:pt x="27097" y="490219"/>
                  </a:lnTo>
                  <a:lnTo>
                    <a:pt x="49761" y="490219"/>
                  </a:lnTo>
                  <a:lnTo>
                    <a:pt x="49761" y="510539"/>
                  </a:lnTo>
                  <a:lnTo>
                    <a:pt x="695314" y="510539"/>
                  </a:lnTo>
                  <a:lnTo>
                    <a:pt x="695314" y="532129"/>
                  </a:lnTo>
                  <a:lnTo>
                    <a:pt x="49761" y="532129"/>
                  </a:lnTo>
                  <a:lnTo>
                    <a:pt x="49761" y="543559"/>
                  </a:lnTo>
                  <a:lnTo>
                    <a:pt x="51521" y="552449"/>
                  </a:lnTo>
                  <a:lnTo>
                    <a:pt x="56318" y="560069"/>
                  </a:lnTo>
                  <a:lnTo>
                    <a:pt x="63428" y="565149"/>
                  </a:lnTo>
                  <a:lnTo>
                    <a:pt x="72127" y="566419"/>
                  </a:lnTo>
                  <a:lnTo>
                    <a:pt x="688257" y="566419"/>
                  </a:lnTo>
                  <a:lnTo>
                    <a:pt x="682110" y="575309"/>
                  </a:lnTo>
                  <a:lnTo>
                    <a:pt x="667795" y="585469"/>
                  </a:lnTo>
                  <a:lnTo>
                    <a:pt x="650283" y="589279"/>
                  </a:lnTo>
                  <a:close/>
                </a:path>
                <a:path w="722629" h="668020">
                  <a:moveTo>
                    <a:pt x="695314" y="510539"/>
                  </a:moveTo>
                  <a:lnTo>
                    <a:pt x="672650" y="510539"/>
                  </a:lnTo>
                  <a:lnTo>
                    <a:pt x="672650" y="490219"/>
                  </a:lnTo>
                  <a:lnTo>
                    <a:pt x="695314" y="490219"/>
                  </a:lnTo>
                  <a:lnTo>
                    <a:pt x="695314" y="510539"/>
                  </a:lnTo>
                  <a:close/>
                </a:path>
                <a:path w="722629" h="668020">
                  <a:moveTo>
                    <a:pt x="688257" y="566419"/>
                  </a:moveTo>
                  <a:lnTo>
                    <a:pt x="650283" y="566419"/>
                  </a:lnTo>
                  <a:lnTo>
                    <a:pt x="658983" y="565149"/>
                  </a:lnTo>
                  <a:lnTo>
                    <a:pt x="666093" y="560069"/>
                  </a:lnTo>
                  <a:lnTo>
                    <a:pt x="670890" y="552449"/>
                  </a:lnTo>
                  <a:lnTo>
                    <a:pt x="672650" y="543559"/>
                  </a:lnTo>
                  <a:lnTo>
                    <a:pt x="672650" y="532129"/>
                  </a:lnTo>
                  <a:lnTo>
                    <a:pt x="695314" y="532129"/>
                  </a:lnTo>
                  <a:lnTo>
                    <a:pt x="695314" y="543559"/>
                  </a:lnTo>
                  <a:lnTo>
                    <a:pt x="691769" y="561339"/>
                  </a:lnTo>
                  <a:lnTo>
                    <a:pt x="688257" y="566419"/>
                  </a:lnTo>
                  <a:close/>
                </a:path>
                <a:path w="722629" h="668020">
                  <a:moveTo>
                    <a:pt x="525391" y="668019"/>
                  </a:moveTo>
                  <a:lnTo>
                    <a:pt x="197020" y="668019"/>
                  </a:lnTo>
                  <a:lnTo>
                    <a:pt x="191495" y="664209"/>
                  </a:lnTo>
                  <a:lnTo>
                    <a:pt x="185560" y="654049"/>
                  </a:lnTo>
                  <a:lnTo>
                    <a:pt x="185588" y="647699"/>
                  </a:lnTo>
                  <a:lnTo>
                    <a:pt x="219839" y="589279"/>
                  </a:lnTo>
                  <a:lnTo>
                    <a:pt x="246087" y="589279"/>
                  </a:lnTo>
                  <a:lnTo>
                    <a:pt x="213550" y="645159"/>
                  </a:lnTo>
                  <a:lnTo>
                    <a:pt x="535333" y="645159"/>
                  </a:lnTo>
                  <a:lnTo>
                    <a:pt x="536822" y="647699"/>
                  </a:lnTo>
                  <a:lnTo>
                    <a:pt x="536850" y="654049"/>
                  </a:lnTo>
                  <a:lnTo>
                    <a:pt x="530915" y="664209"/>
                  </a:lnTo>
                  <a:lnTo>
                    <a:pt x="525391" y="668019"/>
                  </a:lnTo>
                  <a:close/>
                </a:path>
                <a:path w="722629" h="668020">
                  <a:moveTo>
                    <a:pt x="535333" y="645159"/>
                  </a:moveTo>
                  <a:lnTo>
                    <a:pt x="508861" y="645159"/>
                  </a:lnTo>
                  <a:lnTo>
                    <a:pt x="476352" y="589279"/>
                  </a:lnTo>
                  <a:lnTo>
                    <a:pt x="502571" y="589279"/>
                  </a:lnTo>
                  <a:lnTo>
                    <a:pt x="535333" y="645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519580" y="324864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90500" y="0"/>
                  </a:moveTo>
                  <a:lnTo>
                    <a:pt x="761999" y="0"/>
                  </a:lnTo>
                  <a:lnTo>
                    <a:pt x="799338" y="3694"/>
                  </a:lnTo>
                  <a:lnTo>
                    <a:pt x="867689" y="32006"/>
                  </a:lnTo>
                  <a:lnTo>
                    <a:pt x="920493" y="84810"/>
                  </a:lnTo>
                  <a:lnTo>
                    <a:pt x="948805" y="153161"/>
                  </a:lnTo>
                  <a:lnTo>
                    <a:pt x="952499" y="190500"/>
                  </a:lnTo>
                  <a:lnTo>
                    <a:pt x="952499" y="762000"/>
                  </a:lnTo>
                  <a:lnTo>
                    <a:pt x="937999" y="834901"/>
                  </a:lnTo>
                  <a:lnTo>
                    <a:pt x="896703" y="896703"/>
                  </a:lnTo>
                  <a:lnTo>
                    <a:pt x="834901" y="937999"/>
                  </a:lnTo>
                  <a:lnTo>
                    <a:pt x="761999" y="952500"/>
                  </a:lnTo>
                  <a:lnTo>
                    <a:pt x="190500" y="952500"/>
                  </a:lnTo>
                  <a:lnTo>
                    <a:pt x="117598" y="937999"/>
                  </a:lnTo>
                  <a:lnTo>
                    <a:pt x="55796" y="896703"/>
                  </a:lnTo>
                  <a:lnTo>
                    <a:pt x="14500" y="834901"/>
                  </a:lnTo>
                  <a:lnTo>
                    <a:pt x="0" y="762000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3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650621" y="3622902"/>
              <a:ext cx="345440" cy="377190"/>
            </a:xfrm>
            <a:custGeom>
              <a:avLst/>
              <a:gdLst/>
              <a:ahLst/>
              <a:cxnLst/>
              <a:rect l="l" t="t" r="r" b="b"/>
              <a:pathLst>
                <a:path w="345440" h="377189">
                  <a:moveTo>
                    <a:pt x="345186" y="0"/>
                  </a:moveTo>
                  <a:lnTo>
                    <a:pt x="324878" y="17272"/>
                  </a:lnTo>
                  <a:lnTo>
                    <a:pt x="320522" y="20396"/>
                  </a:lnTo>
                  <a:lnTo>
                    <a:pt x="320522" y="51955"/>
                  </a:lnTo>
                  <a:lnTo>
                    <a:pt x="320522" y="324764"/>
                  </a:lnTo>
                  <a:lnTo>
                    <a:pt x="278307" y="298653"/>
                  </a:lnTo>
                  <a:lnTo>
                    <a:pt x="231660" y="277825"/>
                  </a:lnTo>
                  <a:lnTo>
                    <a:pt x="181457" y="262572"/>
                  </a:lnTo>
                  <a:lnTo>
                    <a:pt x="128600" y="253199"/>
                  </a:lnTo>
                  <a:lnTo>
                    <a:pt x="86296" y="250736"/>
                  </a:lnTo>
                  <a:lnTo>
                    <a:pt x="86296" y="225348"/>
                  </a:lnTo>
                  <a:lnTo>
                    <a:pt x="61645" y="225348"/>
                  </a:lnTo>
                  <a:lnTo>
                    <a:pt x="61645" y="246900"/>
                  </a:lnTo>
                  <a:lnTo>
                    <a:pt x="54787" y="245160"/>
                  </a:lnTo>
                  <a:lnTo>
                    <a:pt x="39116" y="231927"/>
                  </a:lnTo>
                  <a:lnTo>
                    <a:pt x="28536" y="212331"/>
                  </a:lnTo>
                  <a:lnTo>
                    <a:pt x="24650" y="188366"/>
                  </a:lnTo>
                  <a:lnTo>
                    <a:pt x="28536" y="164388"/>
                  </a:lnTo>
                  <a:lnTo>
                    <a:pt x="39116" y="144792"/>
                  </a:lnTo>
                  <a:lnTo>
                    <a:pt x="54787" y="131572"/>
                  </a:lnTo>
                  <a:lnTo>
                    <a:pt x="61645" y="129844"/>
                  </a:lnTo>
                  <a:lnTo>
                    <a:pt x="61645" y="200698"/>
                  </a:lnTo>
                  <a:lnTo>
                    <a:pt x="86296" y="200698"/>
                  </a:lnTo>
                  <a:lnTo>
                    <a:pt x="86296" y="126009"/>
                  </a:lnTo>
                  <a:lnTo>
                    <a:pt x="128600" y="123532"/>
                  </a:lnTo>
                  <a:lnTo>
                    <a:pt x="181457" y="114160"/>
                  </a:lnTo>
                  <a:lnTo>
                    <a:pt x="231660" y="98907"/>
                  </a:lnTo>
                  <a:lnTo>
                    <a:pt x="278307" y="78066"/>
                  </a:lnTo>
                  <a:lnTo>
                    <a:pt x="320522" y="51955"/>
                  </a:lnTo>
                  <a:lnTo>
                    <a:pt x="320522" y="20396"/>
                  </a:lnTo>
                  <a:lnTo>
                    <a:pt x="283654" y="46786"/>
                  </a:lnTo>
                  <a:lnTo>
                    <a:pt x="236829" y="70396"/>
                  </a:lnTo>
                  <a:lnTo>
                    <a:pt x="185521" y="87744"/>
                  </a:lnTo>
                  <a:lnTo>
                    <a:pt x="130860" y="98425"/>
                  </a:lnTo>
                  <a:lnTo>
                    <a:pt x="73964" y="102069"/>
                  </a:lnTo>
                  <a:lnTo>
                    <a:pt x="45199" y="108864"/>
                  </a:lnTo>
                  <a:lnTo>
                    <a:pt x="21691" y="127368"/>
                  </a:lnTo>
                  <a:lnTo>
                    <a:pt x="5816" y="154813"/>
                  </a:lnTo>
                  <a:lnTo>
                    <a:pt x="0" y="188366"/>
                  </a:lnTo>
                  <a:lnTo>
                    <a:pt x="5816" y="221919"/>
                  </a:lnTo>
                  <a:lnTo>
                    <a:pt x="21691" y="249351"/>
                  </a:lnTo>
                  <a:lnTo>
                    <a:pt x="45199" y="267868"/>
                  </a:lnTo>
                  <a:lnTo>
                    <a:pt x="73964" y="274662"/>
                  </a:lnTo>
                  <a:lnTo>
                    <a:pt x="130860" y="278307"/>
                  </a:lnTo>
                  <a:lnTo>
                    <a:pt x="185521" y="288988"/>
                  </a:lnTo>
                  <a:lnTo>
                    <a:pt x="236829" y="306324"/>
                  </a:lnTo>
                  <a:lnTo>
                    <a:pt x="283654" y="329946"/>
                  </a:lnTo>
                  <a:lnTo>
                    <a:pt x="324878" y="359460"/>
                  </a:lnTo>
                  <a:lnTo>
                    <a:pt x="345186" y="376732"/>
                  </a:lnTo>
                  <a:lnTo>
                    <a:pt x="345186" y="324764"/>
                  </a:lnTo>
                  <a:lnTo>
                    <a:pt x="345186" y="51955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83487" y="3737296"/>
              <a:ext cx="73964" cy="14792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35502" y="3877225"/>
              <a:ext cx="137082" cy="18061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23224" y="3392115"/>
              <a:ext cx="123287" cy="1356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884847" y="3392118"/>
              <a:ext cx="452120" cy="666115"/>
            </a:xfrm>
            <a:custGeom>
              <a:avLst/>
              <a:gdLst/>
              <a:ahLst/>
              <a:cxnLst/>
              <a:rect l="l" t="t" r="r" b="b"/>
              <a:pathLst>
                <a:path w="452119" h="666114">
                  <a:moveTo>
                    <a:pt x="61645" y="123278"/>
                  </a:moveTo>
                  <a:lnTo>
                    <a:pt x="36995" y="123278"/>
                  </a:lnTo>
                  <a:lnTo>
                    <a:pt x="36995" y="291947"/>
                  </a:lnTo>
                  <a:lnTo>
                    <a:pt x="61645" y="291947"/>
                  </a:lnTo>
                  <a:lnTo>
                    <a:pt x="61645" y="123278"/>
                  </a:lnTo>
                  <a:close/>
                </a:path>
                <a:path w="452119" h="666114">
                  <a:moveTo>
                    <a:pt x="172593" y="604062"/>
                  </a:moveTo>
                  <a:lnTo>
                    <a:pt x="147942" y="604062"/>
                  </a:lnTo>
                  <a:lnTo>
                    <a:pt x="147942" y="665708"/>
                  </a:lnTo>
                  <a:lnTo>
                    <a:pt x="172593" y="665708"/>
                  </a:lnTo>
                  <a:lnTo>
                    <a:pt x="172593" y="604062"/>
                  </a:lnTo>
                  <a:close/>
                </a:path>
                <a:path w="452119" h="666114">
                  <a:moveTo>
                    <a:pt x="286423" y="635558"/>
                  </a:moveTo>
                  <a:lnTo>
                    <a:pt x="266928" y="577049"/>
                  </a:lnTo>
                  <a:lnTo>
                    <a:pt x="243547" y="584847"/>
                  </a:lnTo>
                  <a:lnTo>
                    <a:pt x="263055" y="643356"/>
                  </a:lnTo>
                  <a:lnTo>
                    <a:pt x="286423" y="635558"/>
                  </a:lnTo>
                  <a:close/>
                </a:path>
                <a:path w="452119" h="666114">
                  <a:moveTo>
                    <a:pt x="382168" y="419150"/>
                  </a:moveTo>
                  <a:lnTo>
                    <a:pt x="271221" y="419150"/>
                  </a:lnTo>
                  <a:lnTo>
                    <a:pt x="271221" y="443801"/>
                  </a:lnTo>
                  <a:lnTo>
                    <a:pt x="382168" y="443801"/>
                  </a:lnTo>
                  <a:lnTo>
                    <a:pt x="382168" y="419150"/>
                  </a:lnTo>
                  <a:close/>
                </a:path>
                <a:path w="452119" h="666114">
                  <a:moveTo>
                    <a:pt x="382168" y="369836"/>
                  </a:moveTo>
                  <a:lnTo>
                    <a:pt x="320522" y="369836"/>
                  </a:lnTo>
                  <a:lnTo>
                    <a:pt x="320522" y="394500"/>
                  </a:lnTo>
                  <a:lnTo>
                    <a:pt x="382168" y="394500"/>
                  </a:lnTo>
                  <a:lnTo>
                    <a:pt x="382168" y="369836"/>
                  </a:lnTo>
                  <a:close/>
                </a:path>
                <a:path w="452119" h="666114">
                  <a:moveTo>
                    <a:pt x="394500" y="196697"/>
                  </a:moveTo>
                  <a:lnTo>
                    <a:pt x="234238" y="196697"/>
                  </a:lnTo>
                  <a:lnTo>
                    <a:pt x="234238" y="222097"/>
                  </a:lnTo>
                  <a:lnTo>
                    <a:pt x="234238" y="321157"/>
                  </a:lnTo>
                  <a:lnTo>
                    <a:pt x="234238" y="345287"/>
                  </a:lnTo>
                  <a:lnTo>
                    <a:pt x="320522" y="345287"/>
                  </a:lnTo>
                  <a:lnTo>
                    <a:pt x="320522" y="321157"/>
                  </a:lnTo>
                  <a:lnTo>
                    <a:pt x="258902" y="321157"/>
                  </a:lnTo>
                  <a:lnTo>
                    <a:pt x="258902" y="222097"/>
                  </a:lnTo>
                  <a:lnTo>
                    <a:pt x="369836" y="222097"/>
                  </a:lnTo>
                  <a:lnTo>
                    <a:pt x="369836" y="321157"/>
                  </a:lnTo>
                  <a:lnTo>
                    <a:pt x="345186" y="321157"/>
                  </a:lnTo>
                  <a:lnTo>
                    <a:pt x="345186" y="345287"/>
                  </a:lnTo>
                  <a:lnTo>
                    <a:pt x="394500" y="345287"/>
                  </a:lnTo>
                  <a:lnTo>
                    <a:pt x="394500" y="321157"/>
                  </a:lnTo>
                  <a:lnTo>
                    <a:pt x="394500" y="222097"/>
                  </a:lnTo>
                  <a:lnTo>
                    <a:pt x="394500" y="196697"/>
                  </a:lnTo>
                  <a:close/>
                </a:path>
                <a:path w="452119" h="666114">
                  <a:moveTo>
                    <a:pt x="394500" y="73507"/>
                  </a:moveTo>
                  <a:lnTo>
                    <a:pt x="98628" y="73507"/>
                  </a:lnTo>
                  <a:lnTo>
                    <a:pt x="98628" y="98907"/>
                  </a:lnTo>
                  <a:lnTo>
                    <a:pt x="98628" y="148437"/>
                  </a:lnTo>
                  <a:lnTo>
                    <a:pt x="98628" y="172567"/>
                  </a:lnTo>
                  <a:lnTo>
                    <a:pt x="394500" y="172567"/>
                  </a:lnTo>
                  <a:lnTo>
                    <a:pt x="394500" y="148437"/>
                  </a:lnTo>
                  <a:lnTo>
                    <a:pt x="123291" y="148437"/>
                  </a:lnTo>
                  <a:lnTo>
                    <a:pt x="123291" y="98907"/>
                  </a:lnTo>
                  <a:lnTo>
                    <a:pt x="369849" y="98907"/>
                  </a:lnTo>
                  <a:lnTo>
                    <a:pt x="369849" y="147929"/>
                  </a:lnTo>
                  <a:lnTo>
                    <a:pt x="394500" y="147929"/>
                  </a:lnTo>
                  <a:lnTo>
                    <a:pt x="394500" y="98907"/>
                  </a:lnTo>
                  <a:lnTo>
                    <a:pt x="394500" y="98628"/>
                  </a:lnTo>
                  <a:lnTo>
                    <a:pt x="394500" y="73507"/>
                  </a:lnTo>
                  <a:close/>
                </a:path>
                <a:path w="452119" h="666114">
                  <a:moveTo>
                    <a:pt x="451535" y="51231"/>
                  </a:moveTo>
                  <a:lnTo>
                    <a:pt x="450316" y="45199"/>
                  </a:lnTo>
                  <a:lnTo>
                    <a:pt x="434454" y="21691"/>
                  </a:lnTo>
                  <a:lnTo>
                    <a:pt x="410933" y="5829"/>
                  </a:lnTo>
                  <a:lnTo>
                    <a:pt x="382168" y="0"/>
                  </a:lnTo>
                  <a:lnTo>
                    <a:pt x="0" y="0"/>
                  </a:lnTo>
                  <a:lnTo>
                    <a:pt x="0" y="24663"/>
                  </a:lnTo>
                  <a:lnTo>
                    <a:pt x="382168" y="24663"/>
                  </a:lnTo>
                  <a:lnTo>
                    <a:pt x="401345" y="28536"/>
                  </a:lnTo>
                  <a:lnTo>
                    <a:pt x="417029" y="39116"/>
                  </a:lnTo>
                  <a:lnTo>
                    <a:pt x="427596" y="54787"/>
                  </a:lnTo>
                  <a:lnTo>
                    <a:pt x="431482" y="73964"/>
                  </a:lnTo>
                  <a:lnTo>
                    <a:pt x="431482" y="480796"/>
                  </a:lnTo>
                  <a:lnTo>
                    <a:pt x="184924" y="480796"/>
                  </a:lnTo>
                  <a:lnTo>
                    <a:pt x="184924" y="505447"/>
                  </a:lnTo>
                  <a:lnTo>
                    <a:pt x="451535" y="505447"/>
                  </a:lnTo>
                  <a:lnTo>
                    <a:pt x="451535" y="512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65596" y="0"/>
              <a:ext cx="7022403" cy="324856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16000" y="4216558"/>
            <a:ext cx="35204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885">
              <a:lnSpc>
                <a:spcPct val="116100"/>
              </a:lnSpc>
              <a:spcBef>
                <a:spcPts val="100"/>
              </a:spcBef>
            </a:pP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PLACED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00" dirty="0">
                <a:solidFill>
                  <a:srgbClr val="FFFFFF"/>
                </a:solidFill>
                <a:latin typeface="Roboto"/>
                <a:cs typeface="Roboto"/>
              </a:rPr>
              <a:t>WHERE </a:t>
            </a:r>
            <a:r>
              <a:rPr sz="2800" b="1" spc="130" dirty="0">
                <a:solidFill>
                  <a:srgbClr val="FFFFFF"/>
                </a:solidFill>
                <a:latin typeface="Roboto"/>
                <a:cs typeface="Roboto"/>
              </a:rPr>
              <a:t>CONSUMERS</a:t>
            </a:r>
            <a:r>
              <a:rPr sz="2800" b="1" spc="3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05" dirty="0">
                <a:solidFill>
                  <a:srgbClr val="FFFFFF"/>
                </a:solidFill>
                <a:latin typeface="Roboto"/>
                <a:cs typeface="Roboto"/>
              </a:rPr>
              <a:t>ARE</a:t>
            </a:r>
            <a:endParaRPr sz="2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b="1" spc="120" dirty="0">
                <a:solidFill>
                  <a:srgbClr val="FFFFFF"/>
                </a:solidFill>
                <a:latin typeface="Roboto"/>
                <a:cs typeface="Roboto"/>
              </a:rPr>
              <a:t>HIGHLY</a:t>
            </a:r>
            <a:r>
              <a:rPr sz="2800" b="1" spc="3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20" dirty="0">
                <a:solidFill>
                  <a:srgbClr val="FFFFFF"/>
                </a:solidFill>
                <a:latin typeface="Roboto"/>
                <a:cs typeface="Roboto"/>
              </a:rPr>
              <a:t>IMPULSIVE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0418" y="4216558"/>
            <a:ext cx="376047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b="1" spc="125" dirty="0">
                <a:solidFill>
                  <a:srgbClr val="FFFFFF"/>
                </a:solidFill>
                <a:latin typeface="Roboto"/>
                <a:cs typeface="Roboto"/>
              </a:rPr>
              <a:t>HIGH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55" dirty="0">
                <a:solidFill>
                  <a:srgbClr val="FFFFFF"/>
                </a:solidFill>
                <a:latin typeface="Roboto"/>
                <a:cs typeface="Roboto"/>
              </a:rPr>
              <a:t>TRAFFIC,</a:t>
            </a:r>
            <a:r>
              <a:rPr sz="2800" b="1" spc="3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05" dirty="0">
                <a:solidFill>
                  <a:srgbClr val="FFFFFF"/>
                </a:solidFill>
                <a:latin typeface="Roboto"/>
                <a:cs typeface="Roboto"/>
              </a:rPr>
              <a:t>HIGH </a:t>
            </a:r>
            <a:r>
              <a:rPr sz="2800" b="1" spc="125" dirty="0">
                <a:solidFill>
                  <a:srgbClr val="FFFFFF"/>
                </a:solidFill>
                <a:latin typeface="Roboto"/>
                <a:cs typeface="Roboto"/>
              </a:rPr>
              <a:t>DENSITY</a:t>
            </a:r>
            <a:endParaRPr sz="2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ENVIRONMENTS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79256" y="4216558"/>
            <a:ext cx="3592195" cy="15113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b="1" spc="165" dirty="0">
                <a:solidFill>
                  <a:srgbClr val="FFFFFF"/>
                </a:solidFill>
                <a:latin typeface="Roboto"/>
                <a:cs typeface="Roboto"/>
              </a:rPr>
              <a:t>OPERATORS</a:t>
            </a:r>
            <a:r>
              <a:rPr sz="2800" b="1" spc="3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00" dirty="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endParaRPr sz="2800">
              <a:latin typeface="Roboto"/>
              <a:cs typeface="Roboto"/>
            </a:endParaRPr>
          </a:p>
          <a:p>
            <a:pPr marL="12700" marR="5080">
              <a:lnSpc>
                <a:spcPct val="116100"/>
              </a:lnSpc>
            </a:pPr>
            <a:r>
              <a:rPr sz="2800" b="1" spc="120" dirty="0">
                <a:solidFill>
                  <a:srgbClr val="FFFFFF"/>
                </a:solidFill>
                <a:latin typeface="Roboto"/>
                <a:cs typeface="Roboto"/>
              </a:rPr>
              <a:t>VENUES</a:t>
            </a:r>
            <a:r>
              <a:rPr sz="2800" b="1" spc="3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10" dirty="0">
                <a:solidFill>
                  <a:srgbClr val="FFFFFF"/>
                </a:solidFill>
                <a:latin typeface="Roboto"/>
                <a:cs typeface="Roboto"/>
              </a:rPr>
              <a:t>NEED</a:t>
            </a:r>
            <a:r>
              <a:rPr sz="2800" b="1" spc="3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Roboto"/>
                <a:cs typeface="Roboto"/>
              </a:rPr>
              <a:t>NEW </a:t>
            </a:r>
            <a:r>
              <a:rPr sz="2800" b="1" spc="130" dirty="0">
                <a:solidFill>
                  <a:srgbClr val="FFFFFF"/>
                </a:solidFill>
                <a:latin typeface="Roboto"/>
                <a:cs typeface="Roboto"/>
              </a:rPr>
              <a:t>REVENUE</a:t>
            </a:r>
            <a:r>
              <a:rPr sz="2800" b="1" spc="3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50" dirty="0">
                <a:solidFill>
                  <a:srgbClr val="FFFFFF"/>
                </a:solidFill>
                <a:latin typeface="Roboto"/>
                <a:cs typeface="Roboto"/>
              </a:rPr>
              <a:t>STREAMS</a:t>
            </a:r>
            <a:endParaRPr sz="2800">
              <a:latin typeface="Roboto"/>
              <a:cs typeface="Roboto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1959" y="621791"/>
            <a:ext cx="8068055" cy="2791967"/>
          </a:xfrm>
          <a:prstGeom prst="rect">
            <a:avLst/>
          </a:prstGeom>
        </p:spPr>
      </p:pic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823888" y="532746"/>
            <a:ext cx="7284720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spc="955" dirty="0"/>
              <a:t>MARKET </a:t>
            </a:r>
            <a:r>
              <a:rPr spc="750" dirty="0"/>
              <a:t>OPPORTUNITY</a:t>
            </a: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529" y="6895617"/>
            <a:ext cx="2719374" cy="271937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760742" y="9503487"/>
            <a:ext cx="494030" cy="51498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3495" marR="5080" indent="-11430">
              <a:lnSpc>
                <a:spcPts val="1860"/>
              </a:lnSpc>
              <a:spcBef>
                <a:spcPts val="275"/>
              </a:spcBef>
            </a:pPr>
            <a:r>
              <a:rPr sz="1650" b="1" spc="100" dirty="0">
                <a:solidFill>
                  <a:srgbClr val="FFFFFF"/>
                </a:solidFill>
                <a:latin typeface="Trebuchet MS"/>
                <a:cs typeface="Trebuchet MS"/>
              </a:rPr>
              <a:t>TAM </a:t>
            </a:r>
            <a:r>
              <a:rPr sz="1650" b="1" spc="120" dirty="0">
                <a:solidFill>
                  <a:srgbClr val="FFFFFF"/>
                </a:solidFill>
                <a:latin typeface="Trebuchet MS"/>
                <a:cs typeface="Trebuchet MS"/>
              </a:rPr>
              <a:t>83%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90870" y="6370209"/>
            <a:ext cx="508000" cy="51815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53975" marR="5080" indent="-41910">
              <a:lnSpc>
                <a:spcPts val="1880"/>
              </a:lnSpc>
              <a:spcBef>
                <a:spcPts val="260"/>
              </a:spcBef>
            </a:pPr>
            <a:r>
              <a:rPr sz="1650" b="1" spc="195" dirty="0">
                <a:solidFill>
                  <a:srgbClr val="FFFFFF"/>
                </a:solidFill>
                <a:latin typeface="Trebuchet MS"/>
                <a:cs typeface="Trebuchet MS"/>
              </a:rPr>
              <a:t>SAM </a:t>
            </a:r>
            <a:r>
              <a:rPr sz="1650" b="1" spc="-25" dirty="0">
                <a:solidFill>
                  <a:srgbClr val="FFFFFF"/>
                </a:solidFill>
                <a:latin typeface="Trebuchet MS"/>
                <a:cs typeface="Trebuchet MS"/>
              </a:rPr>
              <a:t>12%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06021" y="6928618"/>
            <a:ext cx="523875" cy="51815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04139" marR="5080" indent="-92075">
              <a:lnSpc>
                <a:spcPts val="1880"/>
              </a:lnSpc>
              <a:spcBef>
                <a:spcPts val="260"/>
              </a:spcBef>
            </a:pPr>
            <a:r>
              <a:rPr sz="1650" b="1" spc="195" dirty="0">
                <a:solidFill>
                  <a:srgbClr val="FFFFFF"/>
                </a:solidFill>
                <a:latin typeface="Trebuchet MS"/>
                <a:cs typeface="Trebuchet MS"/>
              </a:rPr>
              <a:t>SOM </a:t>
            </a:r>
            <a:r>
              <a:rPr sz="1650" b="1" spc="160" dirty="0">
                <a:solidFill>
                  <a:srgbClr val="FFFFFF"/>
                </a:solidFill>
                <a:latin typeface="Trebuchet MS"/>
                <a:cs typeface="Trebuchet MS"/>
              </a:rPr>
              <a:t>5%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71632" y="7900248"/>
            <a:ext cx="2035810" cy="18053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spc="155" dirty="0">
                <a:solidFill>
                  <a:srgbClr val="FFFFFF"/>
                </a:solidFill>
                <a:latin typeface="Roboto"/>
                <a:cs typeface="Roboto"/>
              </a:rPr>
              <a:t>TOTAL</a:t>
            </a:r>
            <a:endParaRPr sz="2100">
              <a:latin typeface="Roboto"/>
              <a:cs typeface="Roboto"/>
            </a:endParaRPr>
          </a:p>
          <a:p>
            <a:pPr marL="12700" marR="5080">
              <a:lnSpc>
                <a:spcPct val="104299"/>
              </a:lnSpc>
              <a:spcBef>
                <a:spcPts val="5"/>
              </a:spcBef>
            </a:pPr>
            <a:r>
              <a:rPr sz="2100" b="1" spc="125" dirty="0">
                <a:solidFill>
                  <a:srgbClr val="FFFFFF"/>
                </a:solidFill>
                <a:latin typeface="Roboto"/>
                <a:cs typeface="Roboto"/>
              </a:rPr>
              <a:t>ADDRESSABLE </a:t>
            </a:r>
            <a:r>
              <a:rPr sz="2100" b="1" spc="145" dirty="0">
                <a:solidFill>
                  <a:srgbClr val="FFFFFF"/>
                </a:solidFill>
                <a:latin typeface="Roboto"/>
                <a:cs typeface="Roboto"/>
              </a:rPr>
              <a:t>MARKET</a:t>
            </a:r>
            <a:endParaRPr sz="2100">
              <a:latin typeface="Roboto"/>
              <a:cs typeface="Roboto"/>
            </a:endParaRPr>
          </a:p>
          <a:p>
            <a:pPr marL="15875">
              <a:lnSpc>
                <a:spcPct val="100000"/>
              </a:lnSpc>
              <a:spcBef>
                <a:spcPts val="965"/>
              </a:spcBef>
            </a:pPr>
            <a:r>
              <a:rPr sz="1800" b="1" i="1" spc="120" dirty="0">
                <a:solidFill>
                  <a:srgbClr val="BD82FF"/>
                </a:solidFill>
                <a:latin typeface="Roboto Cn"/>
                <a:cs typeface="Roboto Cn"/>
              </a:rPr>
              <a:t>(TAM):</a:t>
            </a:r>
            <a:endParaRPr sz="1800">
              <a:latin typeface="Roboto Cn"/>
              <a:cs typeface="Roboto Cn"/>
            </a:endParaRPr>
          </a:p>
          <a:p>
            <a:pPr marL="15875">
              <a:lnSpc>
                <a:spcPct val="100000"/>
              </a:lnSpc>
              <a:spcBef>
                <a:spcPts val="905"/>
              </a:spcBef>
            </a:pPr>
            <a:r>
              <a:rPr sz="1800" spc="100" dirty="0">
                <a:solidFill>
                  <a:srgbClr val="FFFFFF"/>
                </a:solidFill>
                <a:latin typeface="Roboto"/>
                <a:cs typeface="Roboto"/>
              </a:rPr>
              <a:t>~€2.0M/year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72094" y="7899685"/>
            <a:ext cx="2389505" cy="180593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358140">
              <a:lnSpc>
                <a:spcPct val="104299"/>
              </a:lnSpc>
              <a:spcBef>
                <a:spcPts val="25"/>
              </a:spcBef>
            </a:pPr>
            <a:r>
              <a:rPr sz="2100" b="1" spc="130" dirty="0">
                <a:solidFill>
                  <a:srgbClr val="FFFFFF"/>
                </a:solidFill>
                <a:latin typeface="Roboto"/>
                <a:cs typeface="Roboto"/>
              </a:rPr>
              <a:t>SERVICEABLE </a:t>
            </a:r>
            <a:r>
              <a:rPr sz="2100" b="1" spc="125" dirty="0">
                <a:solidFill>
                  <a:srgbClr val="FFFFFF"/>
                </a:solidFill>
                <a:latin typeface="Roboto"/>
                <a:cs typeface="Roboto"/>
              </a:rPr>
              <a:t>ADDRESSABLE </a:t>
            </a:r>
            <a:r>
              <a:rPr sz="2100" b="1" spc="145" dirty="0">
                <a:solidFill>
                  <a:srgbClr val="FFFFFF"/>
                </a:solidFill>
                <a:latin typeface="Roboto"/>
                <a:cs typeface="Roboto"/>
              </a:rPr>
              <a:t>MARKET</a:t>
            </a:r>
            <a:endParaRPr sz="2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800" b="1" i="1" spc="110" dirty="0">
                <a:solidFill>
                  <a:srgbClr val="BD82FF"/>
                </a:solidFill>
                <a:latin typeface="Roboto Cn"/>
                <a:cs typeface="Roboto Cn"/>
              </a:rPr>
              <a:t>(SAM):</a:t>
            </a:r>
            <a:endParaRPr sz="1800"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120" dirty="0">
                <a:solidFill>
                  <a:srgbClr val="FFFFFF"/>
                </a:solidFill>
                <a:latin typeface="Roboto"/>
                <a:cs typeface="Roboto"/>
              </a:rPr>
              <a:t>~€180k–</a:t>
            </a:r>
            <a:r>
              <a:rPr sz="1800" spc="100" dirty="0">
                <a:solidFill>
                  <a:srgbClr val="FFFFFF"/>
                </a:solidFill>
                <a:latin typeface="Roboto"/>
                <a:cs typeface="Roboto"/>
              </a:rPr>
              <a:t>€300k/year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969311" y="7899685"/>
            <a:ext cx="2244090" cy="180593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328295">
              <a:lnSpc>
                <a:spcPct val="104299"/>
              </a:lnSpc>
              <a:spcBef>
                <a:spcPts val="25"/>
              </a:spcBef>
            </a:pPr>
            <a:r>
              <a:rPr sz="2100" b="1" spc="130" dirty="0">
                <a:solidFill>
                  <a:srgbClr val="FFFFFF"/>
                </a:solidFill>
                <a:latin typeface="Roboto"/>
                <a:cs typeface="Roboto"/>
              </a:rPr>
              <a:t>SERVICEABLE </a:t>
            </a:r>
            <a:r>
              <a:rPr sz="2100" b="1" spc="140" dirty="0">
                <a:solidFill>
                  <a:srgbClr val="FFFFFF"/>
                </a:solidFill>
                <a:latin typeface="Roboto"/>
                <a:cs typeface="Roboto"/>
              </a:rPr>
              <a:t>OBTAINABLE </a:t>
            </a:r>
            <a:r>
              <a:rPr sz="2100" b="1" spc="145" dirty="0">
                <a:solidFill>
                  <a:srgbClr val="FFFFFF"/>
                </a:solidFill>
                <a:latin typeface="Roboto"/>
                <a:cs typeface="Roboto"/>
              </a:rPr>
              <a:t>MARKET</a:t>
            </a:r>
            <a:endParaRPr sz="2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800" b="1" i="1" spc="100" dirty="0">
                <a:solidFill>
                  <a:srgbClr val="BD82FF"/>
                </a:solidFill>
                <a:latin typeface="Roboto Cn"/>
                <a:cs typeface="Roboto Cn"/>
              </a:rPr>
              <a:t>(SOM):</a:t>
            </a:r>
            <a:endParaRPr sz="1800"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114" dirty="0">
                <a:solidFill>
                  <a:srgbClr val="FFFFFF"/>
                </a:solidFill>
                <a:latin typeface="Roboto"/>
                <a:cs typeface="Roboto"/>
              </a:rPr>
              <a:t>~€80k–</a:t>
            </a:r>
            <a:r>
              <a:rPr sz="1800" spc="100" dirty="0">
                <a:solidFill>
                  <a:srgbClr val="FFFFFF"/>
                </a:solidFill>
                <a:latin typeface="Roboto"/>
                <a:cs typeface="Roboto"/>
              </a:rPr>
              <a:t>€150k/year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884033" y="6124335"/>
            <a:ext cx="76200" cy="1485900"/>
            <a:chOff x="5884033" y="6124335"/>
            <a:chExt cx="76200" cy="1485900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84033" y="6124335"/>
              <a:ext cx="76200" cy="761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84033" y="6476760"/>
              <a:ext cx="76200" cy="761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84033" y="6829185"/>
              <a:ext cx="76200" cy="761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84033" y="7181609"/>
              <a:ext cx="76200" cy="761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84033" y="7534034"/>
              <a:ext cx="76200" cy="761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093533" y="5924297"/>
            <a:ext cx="8993505" cy="17875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40k–</a:t>
            </a:r>
            <a:r>
              <a:rPr sz="2000" spc="60" dirty="0">
                <a:solidFill>
                  <a:srgbClr val="FFFFFF"/>
                </a:solidFill>
                <a:latin typeface="Roboto"/>
                <a:cs typeface="Roboto"/>
              </a:rPr>
              <a:t>50k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regular</a:t>
            </a:r>
            <a:r>
              <a:rPr sz="2000" spc="2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Roboto"/>
                <a:cs typeface="Roboto"/>
              </a:rPr>
              <a:t>nightlife-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goers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Porto</a:t>
            </a:r>
            <a:r>
              <a:rPr sz="2000" spc="2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(Bars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sz="2000" spc="2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clubs).</a:t>
            </a:r>
            <a:endParaRPr sz="2000">
              <a:latin typeface="Roboto"/>
              <a:cs typeface="Roboto"/>
            </a:endParaRPr>
          </a:p>
          <a:p>
            <a:pPr marL="12700" marR="5080">
              <a:lnSpc>
                <a:spcPct val="115599"/>
              </a:lnSpc>
            </a:pPr>
            <a:r>
              <a:rPr sz="2000" spc="55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Roboto"/>
                <a:cs typeface="Roboto"/>
              </a:rPr>
              <a:t>Portuguese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Roboto"/>
                <a:cs typeface="Roboto"/>
              </a:rPr>
              <a:t>advertising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market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generates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close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Roboto"/>
                <a:cs typeface="Roboto"/>
              </a:rPr>
              <a:t>€900M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Roboto"/>
                <a:cs typeface="Roboto"/>
              </a:rPr>
              <a:t>per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Roboto"/>
                <a:cs typeface="Roboto"/>
              </a:rPr>
              <a:t>year,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Over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85%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Gen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Z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regularly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engage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gaming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experiences.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600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Roboto"/>
                <a:cs typeface="Roboto"/>
              </a:rPr>
              <a:t>million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shopping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mall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visits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2024.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Public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transport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hospitals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Roboto"/>
                <a:cs typeface="Roboto"/>
              </a:rPr>
              <a:t>have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captive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waiting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audiences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80770" y="4216558"/>
            <a:ext cx="3399790" cy="15113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b="1" spc="160" dirty="0">
                <a:solidFill>
                  <a:srgbClr val="FFFFFF"/>
                </a:solidFill>
                <a:latin typeface="Roboto"/>
                <a:cs typeface="Roboto"/>
              </a:rPr>
              <a:t>TRADITIONAL</a:t>
            </a:r>
            <a:endParaRPr sz="2800">
              <a:latin typeface="Roboto"/>
              <a:cs typeface="Roboto"/>
            </a:endParaRPr>
          </a:p>
          <a:p>
            <a:pPr marL="12700" marR="5080">
              <a:lnSpc>
                <a:spcPct val="116100"/>
              </a:lnSpc>
            </a:pPr>
            <a:r>
              <a:rPr sz="2800" b="1" spc="140" dirty="0">
                <a:solidFill>
                  <a:srgbClr val="FFFFFF"/>
                </a:solidFill>
                <a:latin typeface="Roboto"/>
                <a:cs typeface="Roboto"/>
              </a:rPr>
              <a:t>VENDING</a:t>
            </a:r>
            <a:r>
              <a:rPr sz="2800" b="1" spc="3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Roboto"/>
                <a:cs typeface="Roboto"/>
              </a:rPr>
              <a:t>FAILS</a:t>
            </a:r>
            <a:r>
              <a:rPr sz="2800" b="1" spc="2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90" dirty="0">
                <a:solidFill>
                  <a:srgbClr val="FFFFFF"/>
                </a:solidFill>
                <a:latin typeface="Roboto"/>
                <a:cs typeface="Roboto"/>
              </a:rPr>
              <a:t>TO </a:t>
            </a:r>
            <a:r>
              <a:rPr sz="2800" b="1" spc="155" dirty="0">
                <a:solidFill>
                  <a:srgbClr val="FFFFFF"/>
                </a:solidFill>
                <a:latin typeface="Roboto"/>
                <a:cs typeface="Roboto"/>
              </a:rPr>
              <a:t>ENGAGE</a:t>
            </a:r>
            <a:r>
              <a:rPr sz="2800" b="1" spc="3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00" dirty="0">
                <a:solidFill>
                  <a:srgbClr val="FFFFFF"/>
                </a:solidFill>
                <a:latin typeface="Roboto"/>
                <a:cs typeface="Roboto"/>
              </a:rPr>
              <a:t>USERS.</a:t>
            </a:r>
            <a:endParaRPr sz="2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770451"/>
              <a:ext cx="7534927" cy="751654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690" rIns="0" bIns="0" rtlCol="0">
            <a:spAutoFit/>
          </a:bodyPr>
          <a:lstStyle/>
          <a:p>
            <a:pPr marL="529590" algn="ctr">
              <a:lnSpc>
                <a:spcPts val="7880"/>
              </a:lnSpc>
              <a:spcBef>
                <a:spcPts val="100"/>
              </a:spcBef>
            </a:pPr>
            <a:r>
              <a:rPr spc="1075" dirty="0">
                <a:solidFill>
                  <a:srgbClr val="F93D81"/>
                </a:solidFill>
              </a:rPr>
              <a:t>BUSINESS</a:t>
            </a:r>
          </a:p>
          <a:p>
            <a:pPr marL="529590" algn="ctr">
              <a:lnSpc>
                <a:spcPts val="7880"/>
              </a:lnSpc>
            </a:pPr>
            <a:r>
              <a:rPr b="0" spc="540" dirty="0">
                <a:latin typeface="Arial MT"/>
                <a:cs typeface="Arial MT"/>
              </a:rPr>
              <a:t>MODEL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044856" y="0"/>
            <a:ext cx="15243175" cy="8380095"/>
            <a:chOff x="3044856" y="0"/>
            <a:chExt cx="15243175" cy="83800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29604" y="0"/>
              <a:ext cx="4458395" cy="33695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44850" y="2833928"/>
              <a:ext cx="3694429" cy="5546090"/>
            </a:xfrm>
            <a:custGeom>
              <a:avLst/>
              <a:gdLst/>
              <a:ahLst/>
              <a:cxnLst/>
              <a:rect l="l" t="t" r="r" b="b"/>
              <a:pathLst>
                <a:path w="3694429" h="5546090">
                  <a:moveTo>
                    <a:pt x="3601732" y="238125"/>
                  </a:moveTo>
                  <a:lnTo>
                    <a:pt x="3597110" y="191452"/>
                  </a:lnTo>
                  <a:lnTo>
                    <a:pt x="3583609" y="147002"/>
                  </a:lnTo>
                  <a:lnTo>
                    <a:pt x="3561727" y="106019"/>
                  </a:lnTo>
                  <a:lnTo>
                    <a:pt x="3531984" y="69748"/>
                  </a:lnTo>
                  <a:lnTo>
                    <a:pt x="3495713" y="40017"/>
                  </a:lnTo>
                  <a:lnTo>
                    <a:pt x="3454730" y="18135"/>
                  </a:lnTo>
                  <a:lnTo>
                    <a:pt x="3410280" y="4622"/>
                  </a:lnTo>
                  <a:lnTo>
                    <a:pt x="3363607" y="0"/>
                  </a:lnTo>
                  <a:lnTo>
                    <a:pt x="330796" y="0"/>
                  </a:lnTo>
                  <a:lnTo>
                    <a:pt x="284124" y="4622"/>
                  </a:lnTo>
                  <a:lnTo>
                    <a:pt x="239674" y="18135"/>
                  </a:lnTo>
                  <a:lnTo>
                    <a:pt x="198691" y="40017"/>
                  </a:lnTo>
                  <a:lnTo>
                    <a:pt x="162420" y="69748"/>
                  </a:lnTo>
                  <a:lnTo>
                    <a:pt x="132689" y="106019"/>
                  </a:lnTo>
                  <a:lnTo>
                    <a:pt x="110807" y="147002"/>
                  </a:lnTo>
                  <a:lnTo>
                    <a:pt x="97294" y="191452"/>
                  </a:lnTo>
                  <a:lnTo>
                    <a:pt x="92671" y="238125"/>
                  </a:lnTo>
                  <a:lnTo>
                    <a:pt x="92671" y="683399"/>
                  </a:lnTo>
                  <a:lnTo>
                    <a:pt x="97294" y="730072"/>
                  </a:lnTo>
                  <a:lnTo>
                    <a:pt x="110807" y="774522"/>
                  </a:lnTo>
                  <a:lnTo>
                    <a:pt x="132689" y="815505"/>
                  </a:lnTo>
                  <a:lnTo>
                    <a:pt x="162420" y="851776"/>
                  </a:lnTo>
                  <a:lnTo>
                    <a:pt x="198691" y="881507"/>
                  </a:lnTo>
                  <a:lnTo>
                    <a:pt x="239674" y="903389"/>
                  </a:lnTo>
                  <a:lnTo>
                    <a:pt x="284124" y="916901"/>
                  </a:lnTo>
                  <a:lnTo>
                    <a:pt x="330796" y="921524"/>
                  </a:lnTo>
                  <a:lnTo>
                    <a:pt x="3363607" y="921524"/>
                  </a:lnTo>
                  <a:lnTo>
                    <a:pt x="3410280" y="916901"/>
                  </a:lnTo>
                  <a:lnTo>
                    <a:pt x="3454730" y="903389"/>
                  </a:lnTo>
                  <a:lnTo>
                    <a:pt x="3495713" y="881507"/>
                  </a:lnTo>
                  <a:lnTo>
                    <a:pt x="3531984" y="851776"/>
                  </a:lnTo>
                  <a:lnTo>
                    <a:pt x="3561727" y="815505"/>
                  </a:lnTo>
                  <a:lnTo>
                    <a:pt x="3583609" y="774522"/>
                  </a:lnTo>
                  <a:lnTo>
                    <a:pt x="3597110" y="730072"/>
                  </a:lnTo>
                  <a:lnTo>
                    <a:pt x="3601732" y="683399"/>
                  </a:lnTo>
                  <a:lnTo>
                    <a:pt x="3601732" y="238125"/>
                  </a:lnTo>
                  <a:close/>
                </a:path>
                <a:path w="3694429" h="5546090">
                  <a:moveTo>
                    <a:pt x="3694404" y="1205331"/>
                  </a:moveTo>
                  <a:lnTo>
                    <a:pt x="3682085" y="1143368"/>
                  </a:lnTo>
                  <a:lnTo>
                    <a:pt x="3646982" y="1090841"/>
                  </a:lnTo>
                  <a:lnTo>
                    <a:pt x="3594443" y="1055738"/>
                  </a:lnTo>
                  <a:lnTo>
                    <a:pt x="3532479" y="1043406"/>
                  </a:lnTo>
                  <a:lnTo>
                    <a:pt x="161925" y="1043406"/>
                  </a:lnTo>
                  <a:lnTo>
                    <a:pt x="99961" y="1055738"/>
                  </a:lnTo>
                  <a:lnTo>
                    <a:pt x="47421" y="1090841"/>
                  </a:lnTo>
                  <a:lnTo>
                    <a:pt x="12319" y="1143368"/>
                  </a:lnTo>
                  <a:lnTo>
                    <a:pt x="0" y="1205331"/>
                  </a:lnTo>
                  <a:lnTo>
                    <a:pt x="0" y="5389219"/>
                  </a:lnTo>
                  <a:lnTo>
                    <a:pt x="12319" y="5451183"/>
                  </a:lnTo>
                  <a:lnTo>
                    <a:pt x="47421" y="5503723"/>
                  </a:lnTo>
                  <a:lnTo>
                    <a:pt x="99961" y="5538813"/>
                  </a:lnTo>
                  <a:lnTo>
                    <a:pt x="123482" y="5545963"/>
                  </a:lnTo>
                  <a:lnTo>
                    <a:pt x="3570922" y="5545963"/>
                  </a:lnTo>
                  <a:lnTo>
                    <a:pt x="3622319" y="5523941"/>
                  </a:lnTo>
                  <a:lnTo>
                    <a:pt x="3667201" y="5479059"/>
                  </a:lnTo>
                  <a:lnTo>
                    <a:pt x="3691267" y="5420957"/>
                  </a:lnTo>
                  <a:lnTo>
                    <a:pt x="3694404" y="5389219"/>
                  </a:lnTo>
                  <a:lnTo>
                    <a:pt x="3694404" y="1205331"/>
                  </a:lnTo>
                  <a:close/>
                </a:path>
              </a:pathLst>
            </a:custGeom>
            <a:solidFill>
              <a:srgbClr val="E32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26002" y="3037159"/>
            <a:ext cx="30537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30" dirty="0">
                <a:solidFill>
                  <a:srgbClr val="FFFFFF"/>
                </a:solidFill>
                <a:latin typeface="Roboto"/>
                <a:cs typeface="Roboto"/>
              </a:rPr>
              <a:t>REVENUE</a:t>
            </a:r>
            <a:r>
              <a:rPr sz="2800" b="1" spc="3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25" dirty="0">
                <a:solidFill>
                  <a:srgbClr val="FFFFFF"/>
                </a:solidFill>
                <a:latin typeface="Roboto"/>
                <a:cs typeface="Roboto"/>
              </a:rPr>
              <a:t>SHARE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37534" y="3933283"/>
            <a:ext cx="3507740" cy="1118235"/>
          </a:xfrm>
          <a:custGeom>
            <a:avLst/>
            <a:gdLst/>
            <a:ahLst/>
            <a:cxnLst/>
            <a:rect l="l" t="t" r="r" b="b"/>
            <a:pathLst>
              <a:path w="3507740" h="1118235">
                <a:moveTo>
                  <a:pt x="3270927" y="1118145"/>
                </a:moveTo>
                <a:lnTo>
                  <a:pt x="238125" y="1118145"/>
                </a:lnTo>
                <a:lnTo>
                  <a:pt x="191452" y="1113527"/>
                </a:lnTo>
                <a:lnTo>
                  <a:pt x="146998" y="1100019"/>
                </a:lnTo>
                <a:lnTo>
                  <a:pt x="106013" y="1078138"/>
                </a:lnTo>
                <a:lnTo>
                  <a:pt x="69745" y="1048400"/>
                </a:lnTo>
                <a:lnTo>
                  <a:pt x="40007" y="1012132"/>
                </a:lnTo>
                <a:lnTo>
                  <a:pt x="18126" y="971147"/>
                </a:lnTo>
                <a:lnTo>
                  <a:pt x="4617" y="926693"/>
                </a:lnTo>
                <a:lnTo>
                  <a:pt x="0" y="880020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599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6" y="69745"/>
                </a:lnTo>
                <a:lnTo>
                  <a:pt x="3469044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7308" y="220502"/>
                </a:lnTo>
                <a:lnTo>
                  <a:pt x="3507308" y="897643"/>
                </a:lnTo>
                <a:lnTo>
                  <a:pt x="3490926" y="971147"/>
                </a:lnTo>
                <a:lnTo>
                  <a:pt x="3469044" y="1012132"/>
                </a:lnTo>
                <a:lnTo>
                  <a:pt x="3439306" y="1048400"/>
                </a:lnTo>
                <a:lnTo>
                  <a:pt x="3403038" y="1078138"/>
                </a:lnTo>
                <a:lnTo>
                  <a:pt x="3362053" y="1100019"/>
                </a:lnTo>
                <a:lnTo>
                  <a:pt x="3317599" y="1113527"/>
                </a:lnTo>
                <a:lnTo>
                  <a:pt x="3270927" y="1118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96921" y="4085670"/>
            <a:ext cx="299021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9030" marR="5080" indent="-1116965">
              <a:lnSpc>
                <a:spcPct val="115599"/>
              </a:lnSpc>
              <a:spcBef>
                <a:spcPts val="100"/>
              </a:spcBef>
            </a:pP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Free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installation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Roboto"/>
                <a:cs typeface="Roboto"/>
              </a:rPr>
              <a:t>the </a:t>
            </a:r>
            <a:r>
              <a:rPr sz="2000" spc="55" dirty="0">
                <a:solidFill>
                  <a:srgbClr val="FFFFFF"/>
                </a:solidFill>
                <a:latin typeface="Roboto"/>
                <a:cs typeface="Roboto"/>
              </a:rPr>
              <a:t>venue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41513" y="2798729"/>
            <a:ext cx="3509010" cy="1417320"/>
          </a:xfrm>
          <a:custGeom>
            <a:avLst/>
            <a:gdLst/>
            <a:ahLst/>
            <a:cxnLst/>
            <a:rect l="l" t="t" r="r" b="b"/>
            <a:pathLst>
              <a:path w="3509009" h="1417320">
                <a:moveTo>
                  <a:pt x="3270927" y="1416814"/>
                </a:moveTo>
                <a:lnTo>
                  <a:pt x="238125" y="1416814"/>
                </a:lnTo>
                <a:lnTo>
                  <a:pt x="191452" y="1412196"/>
                </a:lnTo>
                <a:lnTo>
                  <a:pt x="146998" y="1398688"/>
                </a:lnTo>
                <a:lnTo>
                  <a:pt x="106013" y="1376806"/>
                </a:lnTo>
                <a:lnTo>
                  <a:pt x="69745" y="1347068"/>
                </a:lnTo>
                <a:lnTo>
                  <a:pt x="40007" y="1310800"/>
                </a:lnTo>
                <a:lnTo>
                  <a:pt x="18126" y="1269815"/>
                </a:lnTo>
                <a:lnTo>
                  <a:pt x="4618" y="1225361"/>
                </a:lnTo>
                <a:lnTo>
                  <a:pt x="0" y="1178689"/>
                </a:lnTo>
                <a:lnTo>
                  <a:pt x="0" y="238125"/>
                </a:lnTo>
                <a:lnTo>
                  <a:pt x="4618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600" y="4617"/>
                </a:lnTo>
                <a:lnTo>
                  <a:pt x="3362053" y="18126"/>
                </a:lnTo>
                <a:lnTo>
                  <a:pt x="3403039" y="40007"/>
                </a:lnTo>
                <a:lnTo>
                  <a:pt x="3439307" y="69745"/>
                </a:lnTo>
                <a:lnTo>
                  <a:pt x="3469044" y="106013"/>
                </a:lnTo>
                <a:lnTo>
                  <a:pt x="3490926" y="146998"/>
                </a:lnTo>
                <a:lnTo>
                  <a:pt x="3504435" y="191452"/>
                </a:lnTo>
                <a:lnTo>
                  <a:pt x="3508828" y="235859"/>
                </a:lnTo>
                <a:lnTo>
                  <a:pt x="3508828" y="1180954"/>
                </a:lnTo>
                <a:lnTo>
                  <a:pt x="3504435" y="1225361"/>
                </a:lnTo>
                <a:lnTo>
                  <a:pt x="3490926" y="1269815"/>
                </a:lnTo>
                <a:lnTo>
                  <a:pt x="3469044" y="1310800"/>
                </a:lnTo>
                <a:lnTo>
                  <a:pt x="3439307" y="1347068"/>
                </a:lnTo>
                <a:lnTo>
                  <a:pt x="3403039" y="1376806"/>
                </a:lnTo>
                <a:lnTo>
                  <a:pt x="3362053" y="1398688"/>
                </a:lnTo>
                <a:lnTo>
                  <a:pt x="3317600" y="1412196"/>
                </a:lnTo>
                <a:lnTo>
                  <a:pt x="3270927" y="1416814"/>
                </a:lnTo>
                <a:close/>
              </a:path>
            </a:pathLst>
          </a:custGeom>
          <a:solidFill>
            <a:srgbClr val="E32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338824" y="2933343"/>
            <a:ext cx="211455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3545" marR="5080" indent="-411480">
              <a:lnSpc>
                <a:spcPct val="116100"/>
              </a:lnSpc>
              <a:spcBef>
                <a:spcPts val="100"/>
              </a:spcBef>
            </a:pPr>
            <a:r>
              <a:rPr sz="2800" b="1" spc="140" dirty="0">
                <a:solidFill>
                  <a:srgbClr val="FFFFFF"/>
                </a:solidFill>
                <a:latin typeface="Roboto"/>
                <a:cs typeface="Roboto"/>
              </a:rPr>
              <a:t>FRANCHISE </a:t>
            </a:r>
            <a:r>
              <a:rPr sz="2800" b="1" spc="105" dirty="0">
                <a:solidFill>
                  <a:srgbClr val="FFFFFF"/>
                </a:solidFill>
                <a:latin typeface="Roboto"/>
                <a:cs typeface="Roboto"/>
              </a:rPr>
              <a:t>MODEL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89435" y="2833927"/>
            <a:ext cx="3509645" cy="922019"/>
          </a:xfrm>
          <a:custGeom>
            <a:avLst/>
            <a:gdLst/>
            <a:ahLst/>
            <a:cxnLst/>
            <a:rect l="l" t="t" r="r" b="b"/>
            <a:pathLst>
              <a:path w="3509645" h="922020">
                <a:moveTo>
                  <a:pt x="3270927" y="921514"/>
                </a:moveTo>
                <a:lnTo>
                  <a:pt x="238124" y="921514"/>
                </a:lnTo>
                <a:lnTo>
                  <a:pt x="191452" y="916896"/>
                </a:lnTo>
                <a:lnTo>
                  <a:pt x="146998" y="903387"/>
                </a:lnTo>
                <a:lnTo>
                  <a:pt x="106013" y="881506"/>
                </a:lnTo>
                <a:lnTo>
                  <a:pt x="69745" y="851768"/>
                </a:lnTo>
                <a:lnTo>
                  <a:pt x="40007" y="815500"/>
                </a:lnTo>
                <a:lnTo>
                  <a:pt x="18126" y="774515"/>
                </a:lnTo>
                <a:lnTo>
                  <a:pt x="4617" y="730061"/>
                </a:lnTo>
                <a:lnTo>
                  <a:pt x="0" y="683389"/>
                </a:lnTo>
                <a:lnTo>
                  <a:pt x="0" y="238124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4" y="0"/>
                </a:lnTo>
                <a:lnTo>
                  <a:pt x="3270927" y="0"/>
                </a:lnTo>
                <a:lnTo>
                  <a:pt x="3317599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6" y="69745"/>
                </a:lnTo>
                <a:lnTo>
                  <a:pt x="3469044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9052" y="238124"/>
                </a:lnTo>
                <a:lnTo>
                  <a:pt x="3509052" y="683389"/>
                </a:lnTo>
                <a:lnTo>
                  <a:pt x="3504434" y="730061"/>
                </a:lnTo>
                <a:lnTo>
                  <a:pt x="3490926" y="774515"/>
                </a:lnTo>
                <a:lnTo>
                  <a:pt x="3469044" y="815500"/>
                </a:lnTo>
                <a:lnTo>
                  <a:pt x="3439306" y="851768"/>
                </a:lnTo>
                <a:lnTo>
                  <a:pt x="3403038" y="881506"/>
                </a:lnTo>
                <a:lnTo>
                  <a:pt x="3362053" y="903387"/>
                </a:lnTo>
                <a:lnTo>
                  <a:pt x="3317599" y="916896"/>
                </a:lnTo>
                <a:lnTo>
                  <a:pt x="3270927" y="921514"/>
                </a:lnTo>
                <a:close/>
              </a:path>
            </a:pathLst>
          </a:custGeom>
          <a:solidFill>
            <a:srgbClr val="E32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45025" y="3037159"/>
            <a:ext cx="2997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45" dirty="0">
                <a:solidFill>
                  <a:srgbClr val="FFFFFF"/>
                </a:solidFill>
                <a:latin typeface="Roboto"/>
                <a:cs typeface="Roboto"/>
              </a:rPr>
              <a:t>LEASING</a:t>
            </a:r>
            <a:r>
              <a:rPr sz="2800" b="1" spc="3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95" dirty="0">
                <a:solidFill>
                  <a:srgbClr val="FFFFFF"/>
                </a:solidFill>
                <a:latin typeface="Roboto"/>
                <a:cs typeface="Roboto"/>
              </a:rPr>
              <a:t>MODEL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37534" y="5219701"/>
            <a:ext cx="3509645" cy="1823085"/>
          </a:xfrm>
          <a:custGeom>
            <a:avLst/>
            <a:gdLst/>
            <a:ahLst/>
            <a:cxnLst/>
            <a:rect l="l" t="t" r="r" b="b"/>
            <a:pathLst>
              <a:path w="3509645" h="1823084">
                <a:moveTo>
                  <a:pt x="3270926" y="1822995"/>
                </a:moveTo>
                <a:lnTo>
                  <a:pt x="238124" y="1822995"/>
                </a:lnTo>
                <a:lnTo>
                  <a:pt x="191452" y="1818378"/>
                </a:lnTo>
                <a:lnTo>
                  <a:pt x="146998" y="1804869"/>
                </a:lnTo>
                <a:lnTo>
                  <a:pt x="106013" y="1782987"/>
                </a:lnTo>
                <a:lnTo>
                  <a:pt x="69745" y="1753250"/>
                </a:lnTo>
                <a:lnTo>
                  <a:pt x="40007" y="1716982"/>
                </a:lnTo>
                <a:lnTo>
                  <a:pt x="18126" y="1675997"/>
                </a:lnTo>
                <a:lnTo>
                  <a:pt x="4617" y="1631543"/>
                </a:lnTo>
                <a:lnTo>
                  <a:pt x="0" y="1584870"/>
                </a:lnTo>
                <a:lnTo>
                  <a:pt x="0" y="238124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4" y="0"/>
                </a:lnTo>
                <a:lnTo>
                  <a:pt x="3270926" y="0"/>
                </a:lnTo>
                <a:lnTo>
                  <a:pt x="3317599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6" y="69745"/>
                </a:lnTo>
                <a:lnTo>
                  <a:pt x="3469044" y="106013"/>
                </a:lnTo>
                <a:lnTo>
                  <a:pt x="3490925" y="146998"/>
                </a:lnTo>
                <a:lnTo>
                  <a:pt x="3504434" y="191452"/>
                </a:lnTo>
                <a:lnTo>
                  <a:pt x="3509052" y="238124"/>
                </a:lnTo>
                <a:lnTo>
                  <a:pt x="3509052" y="1584870"/>
                </a:lnTo>
                <a:lnTo>
                  <a:pt x="3504434" y="1631543"/>
                </a:lnTo>
                <a:lnTo>
                  <a:pt x="3490925" y="1675997"/>
                </a:lnTo>
                <a:lnTo>
                  <a:pt x="3469044" y="1716982"/>
                </a:lnTo>
                <a:lnTo>
                  <a:pt x="3439306" y="1753250"/>
                </a:lnTo>
                <a:lnTo>
                  <a:pt x="3403038" y="1782987"/>
                </a:lnTo>
                <a:lnTo>
                  <a:pt x="3362053" y="1804869"/>
                </a:lnTo>
                <a:lnTo>
                  <a:pt x="3317599" y="1818378"/>
                </a:lnTo>
                <a:lnTo>
                  <a:pt x="3270926" y="1822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49904" y="5372088"/>
            <a:ext cx="2884170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Zura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Roboto"/>
                <a:cs typeface="Roboto"/>
              </a:rPr>
              <a:t>Touch</a:t>
            </a:r>
            <a:r>
              <a:rPr sz="2000" spc="30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handles</a:t>
            </a:r>
            <a:r>
              <a:rPr sz="2000" spc="30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Roboto"/>
                <a:cs typeface="Roboto"/>
              </a:rPr>
              <a:t>all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operations</a:t>
            </a:r>
            <a:r>
              <a:rPr sz="2000" spc="2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(stock,</a:t>
            </a:r>
            <a:endParaRPr sz="2000">
              <a:latin typeface="Roboto"/>
              <a:cs typeface="Roboto"/>
            </a:endParaRPr>
          </a:p>
          <a:p>
            <a:pPr marL="600075" marR="592455" algn="ctr">
              <a:lnSpc>
                <a:spcPct val="115599"/>
              </a:lnSpc>
            </a:pP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maintenance, monitoring)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37534" y="7214147"/>
            <a:ext cx="3507740" cy="1118235"/>
          </a:xfrm>
          <a:custGeom>
            <a:avLst/>
            <a:gdLst/>
            <a:ahLst/>
            <a:cxnLst/>
            <a:rect l="l" t="t" r="r" b="b"/>
            <a:pathLst>
              <a:path w="3507740" h="1118234">
                <a:moveTo>
                  <a:pt x="3270927" y="1118145"/>
                </a:moveTo>
                <a:lnTo>
                  <a:pt x="238125" y="1118145"/>
                </a:lnTo>
                <a:lnTo>
                  <a:pt x="191452" y="1113528"/>
                </a:lnTo>
                <a:lnTo>
                  <a:pt x="146998" y="1100019"/>
                </a:lnTo>
                <a:lnTo>
                  <a:pt x="106013" y="1078137"/>
                </a:lnTo>
                <a:lnTo>
                  <a:pt x="69745" y="1048400"/>
                </a:lnTo>
                <a:lnTo>
                  <a:pt x="40007" y="1012132"/>
                </a:lnTo>
                <a:lnTo>
                  <a:pt x="18126" y="971147"/>
                </a:lnTo>
                <a:lnTo>
                  <a:pt x="4617" y="926693"/>
                </a:lnTo>
                <a:lnTo>
                  <a:pt x="0" y="880020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599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6" y="69745"/>
                </a:lnTo>
                <a:lnTo>
                  <a:pt x="3469044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7308" y="220502"/>
                </a:lnTo>
                <a:lnTo>
                  <a:pt x="3507308" y="897643"/>
                </a:lnTo>
                <a:lnTo>
                  <a:pt x="3490926" y="971147"/>
                </a:lnTo>
                <a:lnTo>
                  <a:pt x="3469044" y="1012132"/>
                </a:lnTo>
                <a:lnTo>
                  <a:pt x="3439306" y="1048400"/>
                </a:lnTo>
                <a:lnTo>
                  <a:pt x="3403038" y="1078137"/>
                </a:lnTo>
                <a:lnTo>
                  <a:pt x="3362053" y="1100019"/>
                </a:lnTo>
                <a:lnTo>
                  <a:pt x="3317599" y="1113528"/>
                </a:lnTo>
                <a:lnTo>
                  <a:pt x="3270927" y="1118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16269" y="7366534"/>
            <a:ext cx="295148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marR="5080" indent="-80010">
              <a:lnSpc>
                <a:spcPct val="115599"/>
              </a:lnSpc>
              <a:spcBef>
                <a:spcPts val="100"/>
              </a:spcBef>
            </a:pP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Profits</a:t>
            </a:r>
            <a:r>
              <a:rPr sz="2000" spc="2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2000" spc="2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Roboto"/>
                <a:cs typeface="Roboto"/>
              </a:rPr>
              <a:t>fixed</a:t>
            </a:r>
            <a:r>
              <a:rPr sz="2000" spc="2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Roboto"/>
                <a:cs typeface="Roboto"/>
              </a:rPr>
              <a:t>amount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shared</a:t>
            </a:r>
            <a:r>
              <a:rPr sz="2000" spc="2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sz="2000" spc="2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Roboto"/>
                <a:cs typeface="Roboto"/>
              </a:rPr>
              <a:t>venue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651039" y="4457158"/>
            <a:ext cx="3509645" cy="1470660"/>
          </a:xfrm>
          <a:custGeom>
            <a:avLst/>
            <a:gdLst/>
            <a:ahLst/>
            <a:cxnLst/>
            <a:rect l="l" t="t" r="r" b="b"/>
            <a:pathLst>
              <a:path w="3509644" h="1470660">
                <a:moveTo>
                  <a:pt x="3270927" y="1470570"/>
                </a:moveTo>
                <a:lnTo>
                  <a:pt x="238125" y="1470570"/>
                </a:lnTo>
                <a:lnTo>
                  <a:pt x="191452" y="1465952"/>
                </a:lnTo>
                <a:lnTo>
                  <a:pt x="146998" y="1452444"/>
                </a:lnTo>
                <a:lnTo>
                  <a:pt x="106012" y="1430562"/>
                </a:lnTo>
                <a:lnTo>
                  <a:pt x="69745" y="1400825"/>
                </a:lnTo>
                <a:lnTo>
                  <a:pt x="40007" y="1364557"/>
                </a:lnTo>
                <a:lnTo>
                  <a:pt x="18126" y="1323572"/>
                </a:lnTo>
                <a:lnTo>
                  <a:pt x="4617" y="1279118"/>
                </a:lnTo>
                <a:lnTo>
                  <a:pt x="0" y="1232445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2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599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5" y="69745"/>
                </a:lnTo>
                <a:lnTo>
                  <a:pt x="3469043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9052" y="238125"/>
                </a:lnTo>
                <a:lnTo>
                  <a:pt x="3509052" y="1232445"/>
                </a:lnTo>
                <a:lnTo>
                  <a:pt x="3504434" y="1279118"/>
                </a:lnTo>
                <a:lnTo>
                  <a:pt x="3490926" y="1323572"/>
                </a:lnTo>
                <a:lnTo>
                  <a:pt x="3469043" y="1364557"/>
                </a:lnTo>
                <a:lnTo>
                  <a:pt x="3439305" y="1400825"/>
                </a:lnTo>
                <a:lnTo>
                  <a:pt x="3403038" y="1430562"/>
                </a:lnTo>
                <a:lnTo>
                  <a:pt x="3362053" y="1452444"/>
                </a:lnTo>
                <a:lnTo>
                  <a:pt x="3317599" y="1465952"/>
                </a:lnTo>
                <a:lnTo>
                  <a:pt x="3270927" y="1470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836458" y="4609545"/>
            <a:ext cx="3074035" cy="10826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64135" algn="ctr">
              <a:lnSpc>
                <a:spcPct val="100000"/>
              </a:lnSpc>
              <a:spcBef>
                <a:spcPts val="475"/>
              </a:spcBef>
            </a:pP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Other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partners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Roboto"/>
                <a:cs typeface="Roboto"/>
              </a:rPr>
              <a:t>can</a:t>
            </a:r>
            <a:endParaRPr sz="2000">
              <a:latin typeface="Roboto"/>
              <a:cs typeface="Roboto"/>
            </a:endParaRPr>
          </a:p>
          <a:p>
            <a:pPr marL="12700" marR="5080" algn="ctr">
              <a:lnSpc>
                <a:spcPct val="115599"/>
              </a:lnSpc>
            </a:pP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operate</a:t>
            </a:r>
            <a:r>
              <a:rPr sz="2000" spc="25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machines</a:t>
            </a:r>
            <a:r>
              <a:rPr sz="2000" spc="2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Roboto"/>
                <a:cs typeface="Roboto"/>
              </a:rPr>
              <a:t>under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ZURA</a:t>
            </a:r>
            <a:r>
              <a:rPr sz="2000" spc="2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Roboto"/>
                <a:cs typeface="Roboto"/>
              </a:rPr>
              <a:t>TOUCH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41512" y="6096001"/>
            <a:ext cx="3507740" cy="1118235"/>
          </a:xfrm>
          <a:custGeom>
            <a:avLst/>
            <a:gdLst/>
            <a:ahLst/>
            <a:cxnLst/>
            <a:rect l="l" t="t" r="r" b="b"/>
            <a:pathLst>
              <a:path w="3507740" h="1118234">
                <a:moveTo>
                  <a:pt x="3270927" y="1118145"/>
                </a:moveTo>
                <a:lnTo>
                  <a:pt x="238125" y="1118145"/>
                </a:lnTo>
                <a:lnTo>
                  <a:pt x="191452" y="1113528"/>
                </a:lnTo>
                <a:lnTo>
                  <a:pt x="146998" y="1100019"/>
                </a:lnTo>
                <a:lnTo>
                  <a:pt x="106013" y="1078138"/>
                </a:lnTo>
                <a:lnTo>
                  <a:pt x="69745" y="1048400"/>
                </a:lnTo>
                <a:lnTo>
                  <a:pt x="40007" y="1012132"/>
                </a:lnTo>
                <a:lnTo>
                  <a:pt x="18126" y="971147"/>
                </a:lnTo>
                <a:lnTo>
                  <a:pt x="4618" y="926693"/>
                </a:lnTo>
                <a:lnTo>
                  <a:pt x="0" y="880021"/>
                </a:lnTo>
                <a:lnTo>
                  <a:pt x="0" y="238125"/>
                </a:lnTo>
                <a:lnTo>
                  <a:pt x="4618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599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7" y="69745"/>
                </a:lnTo>
                <a:lnTo>
                  <a:pt x="3469044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7308" y="220501"/>
                </a:lnTo>
                <a:lnTo>
                  <a:pt x="3507308" y="897644"/>
                </a:lnTo>
                <a:lnTo>
                  <a:pt x="3490926" y="971147"/>
                </a:lnTo>
                <a:lnTo>
                  <a:pt x="3469044" y="1012132"/>
                </a:lnTo>
                <a:lnTo>
                  <a:pt x="3439307" y="1048400"/>
                </a:lnTo>
                <a:lnTo>
                  <a:pt x="3403038" y="1078138"/>
                </a:lnTo>
                <a:lnTo>
                  <a:pt x="3362053" y="1100019"/>
                </a:lnTo>
                <a:lnTo>
                  <a:pt x="3317599" y="1113528"/>
                </a:lnTo>
                <a:lnTo>
                  <a:pt x="3270927" y="1118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887506" y="6248388"/>
            <a:ext cx="301688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 marR="5080" indent="-33020">
              <a:lnSpc>
                <a:spcPct val="115599"/>
              </a:lnSpc>
              <a:spcBef>
                <a:spcPts val="100"/>
              </a:spcBef>
            </a:pP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Revenue</a:t>
            </a:r>
            <a:r>
              <a:rPr sz="2000" spc="2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from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franchise </a:t>
            </a:r>
            <a:r>
              <a:rPr sz="2000" spc="80" dirty="0">
                <a:solidFill>
                  <a:srgbClr val="FFFFFF"/>
                </a:solidFill>
                <a:latin typeface="Roboto"/>
                <a:cs typeface="Roboto"/>
              </a:rPr>
              <a:t>fees</a:t>
            </a:r>
            <a:r>
              <a:rPr sz="2000" spc="2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+</a:t>
            </a:r>
            <a:r>
              <a:rPr sz="2000" spc="2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product</a:t>
            </a:r>
            <a:r>
              <a:rPr sz="2000" spc="2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margins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389511" y="3936548"/>
            <a:ext cx="3507740" cy="1118235"/>
          </a:xfrm>
          <a:custGeom>
            <a:avLst/>
            <a:gdLst/>
            <a:ahLst/>
            <a:cxnLst/>
            <a:rect l="l" t="t" r="r" b="b"/>
            <a:pathLst>
              <a:path w="3507740" h="1118235">
                <a:moveTo>
                  <a:pt x="3270927" y="1118145"/>
                </a:moveTo>
                <a:lnTo>
                  <a:pt x="238125" y="1118145"/>
                </a:lnTo>
                <a:lnTo>
                  <a:pt x="191452" y="1113527"/>
                </a:lnTo>
                <a:lnTo>
                  <a:pt x="146998" y="1100019"/>
                </a:lnTo>
                <a:lnTo>
                  <a:pt x="106013" y="1078137"/>
                </a:lnTo>
                <a:lnTo>
                  <a:pt x="69745" y="1048400"/>
                </a:lnTo>
                <a:lnTo>
                  <a:pt x="40007" y="1012132"/>
                </a:lnTo>
                <a:lnTo>
                  <a:pt x="18126" y="971147"/>
                </a:lnTo>
                <a:lnTo>
                  <a:pt x="4617" y="926693"/>
                </a:lnTo>
                <a:lnTo>
                  <a:pt x="0" y="880020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600" y="4617"/>
                </a:lnTo>
                <a:lnTo>
                  <a:pt x="3362053" y="18126"/>
                </a:lnTo>
                <a:lnTo>
                  <a:pt x="3403038" y="40007"/>
                </a:lnTo>
                <a:lnTo>
                  <a:pt x="3439307" y="69745"/>
                </a:lnTo>
                <a:lnTo>
                  <a:pt x="3469044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7308" y="220503"/>
                </a:lnTo>
                <a:lnTo>
                  <a:pt x="3507308" y="897642"/>
                </a:lnTo>
                <a:lnTo>
                  <a:pt x="3490926" y="971147"/>
                </a:lnTo>
                <a:lnTo>
                  <a:pt x="3469044" y="1012132"/>
                </a:lnTo>
                <a:lnTo>
                  <a:pt x="3439307" y="1048400"/>
                </a:lnTo>
                <a:lnTo>
                  <a:pt x="3403038" y="1078137"/>
                </a:lnTo>
                <a:lnTo>
                  <a:pt x="3362053" y="1100019"/>
                </a:lnTo>
                <a:lnTo>
                  <a:pt x="3317600" y="1113527"/>
                </a:lnTo>
                <a:lnTo>
                  <a:pt x="3270927" y="1118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945513" y="4088935"/>
            <a:ext cx="239712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marR="5080" indent="-445134">
              <a:lnSpc>
                <a:spcPct val="115599"/>
              </a:lnSpc>
              <a:spcBef>
                <a:spcPts val="100"/>
              </a:spcBef>
            </a:pP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Venue</a:t>
            </a:r>
            <a:r>
              <a:rPr sz="2000" spc="2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Roboto"/>
                <a:cs typeface="Roboto"/>
              </a:rPr>
              <a:t>pays</a:t>
            </a:r>
            <a:r>
              <a:rPr sz="2000" spc="2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2000" spc="2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fixed </a:t>
            </a:r>
            <a:r>
              <a:rPr sz="2000" spc="70" dirty="0">
                <a:solidFill>
                  <a:srgbClr val="FFFFFF"/>
                </a:solidFill>
                <a:latin typeface="Roboto"/>
                <a:cs typeface="Roboto"/>
              </a:rPr>
              <a:t>monthly</a:t>
            </a:r>
            <a:r>
              <a:rPr sz="2000" spc="2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Roboto"/>
                <a:cs typeface="Roboto"/>
              </a:rPr>
              <a:t>fee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89511" y="5195662"/>
            <a:ext cx="3509010" cy="765810"/>
          </a:xfrm>
          <a:custGeom>
            <a:avLst/>
            <a:gdLst/>
            <a:ahLst/>
            <a:cxnLst/>
            <a:rect l="l" t="t" r="r" b="b"/>
            <a:pathLst>
              <a:path w="3509009" h="765810">
                <a:moveTo>
                  <a:pt x="3270927" y="765720"/>
                </a:moveTo>
                <a:lnTo>
                  <a:pt x="238125" y="765720"/>
                </a:lnTo>
                <a:lnTo>
                  <a:pt x="191452" y="761103"/>
                </a:lnTo>
                <a:lnTo>
                  <a:pt x="146998" y="747594"/>
                </a:lnTo>
                <a:lnTo>
                  <a:pt x="106013" y="725713"/>
                </a:lnTo>
                <a:lnTo>
                  <a:pt x="69745" y="695975"/>
                </a:lnTo>
                <a:lnTo>
                  <a:pt x="40007" y="659707"/>
                </a:lnTo>
                <a:lnTo>
                  <a:pt x="18126" y="618722"/>
                </a:lnTo>
                <a:lnTo>
                  <a:pt x="4617" y="574268"/>
                </a:lnTo>
                <a:lnTo>
                  <a:pt x="0" y="527595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3270927" y="0"/>
                </a:lnTo>
                <a:lnTo>
                  <a:pt x="3317600" y="4617"/>
                </a:lnTo>
                <a:lnTo>
                  <a:pt x="3362053" y="18126"/>
                </a:lnTo>
                <a:lnTo>
                  <a:pt x="3403039" y="40007"/>
                </a:lnTo>
                <a:lnTo>
                  <a:pt x="3439307" y="69745"/>
                </a:lnTo>
                <a:lnTo>
                  <a:pt x="3469045" y="106013"/>
                </a:lnTo>
                <a:lnTo>
                  <a:pt x="3490926" y="146998"/>
                </a:lnTo>
                <a:lnTo>
                  <a:pt x="3504434" y="191452"/>
                </a:lnTo>
                <a:lnTo>
                  <a:pt x="3508556" y="233112"/>
                </a:lnTo>
                <a:lnTo>
                  <a:pt x="3508556" y="532608"/>
                </a:lnTo>
                <a:lnTo>
                  <a:pt x="3504434" y="574268"/>
                </a:lnTo>
                <a:lnTo>
                  <a:pt x="3490926" y="618722"/>
                </a:lnTo>
                <a:lnTo>
                  <a:pt x="3469045" y="659707"/>
                </a:lnTo>
                <a:lnTo>
                  <a:pt x="3439307" y="695975"/>
                </a:lnTo>
                <a:lnTo>
                  <a:pt x="3403039" y="725713"/>
                </a:lnTo>
                <a:lnTo>
                  <a:pt x="3362053" y="747594"/>
                </a:lnTo>
                <a:lnTo>
                  <a:pt x="3317600" y="761103"/>
                </a:lnTo>
                <a:lnTo>
                  <a:pt x="3270927" y="76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68854" y="5395751"/>
            <a:ext cx="27501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solidFill>
                  <a:srgbClr val="FFFFFF"/>
                </a:solidFill>
                <a:latin typeface="Roboto"/>
                <a:cs typeface="Roboto"/>
              </a:rPr>
              <a:t>Venue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Roboto"/>
                <a:cs typeface="Roboto"/>
              </a:rPr>
              <a:t>keeps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Roboto"/>
                <a:cs typeface="Roboto"/>
              </a:rPr>
              <a:t>all</a:t>
            </a:r>
            <a:r>
              <a:rPr sz="2000" spc="2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Roboto"/>
                <a:cs typeface="Roboto"/>
              </a:rPr>
              <a:t>sales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120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47232" cy="303382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210"/>
              </a:lnSpc>
              <a:spcBef>
                <a:spcPts val="100"/>
              </a:spcBef>
            </a:pPr>
            <a:r>
              <a:rPr spc="725" dirty="0"/>
              <a:t>EXECUTION</a:t>
            </a:r>
          </a:p>
          <a:p>
            <a:pPr marR="117475" algn="ctr">
              <a:lnSpc>
                <a:spcPts val="8210"/>
              </a:lnSpc>
            </a:pPr>
            <a:r>
              <a:rPr b="0" spc="765" dirty="0">
                <a:solidFill>
                  <a:srgbClr val="F93D81"/>
                </a:solidFill>
                <a:latin typeface="Arial MT"/>
                <a:cs typeface="Arial MT"/>
              </a:rPr>
              <a:t>PLAN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930472" y="2248632"/>
            <a:ext cx="14357985" cy="8038465"/>
            <a:chOff x="3930472" y="2248632"/>
            <a:chExt cx="14357985" cy="8038465"/>
          </a:xfrm>
        </p:grpSpPr>
        <p:sp>
          <p:nvSpPr>
            <p:cNvPr id="6" name="object 6"/>
            <p:cNvSpPr/>
            <p:nvPr/>
          </p:nvSpPr>
          <p:spPr>
            <a:xfrm>
              <a:off x="3930472" y="2248632"/>
              <a:ext cx="12405360" cy="603885"/>
            </a:xfrm>
            <a:custGeom>
              <a:avLst/>
              <a:gdLst/>
              <a:ahLst/>
              <a:cxnLst/>
              <a:rect l="l" t="t" r="r" b="b"/>
              <a:pathLst>
                <a:path w="12405360" h="603885">
                  <a:moveTo>
                    <a:pt x="12405139" y="603748"/>
                  </a:moveTo>
                  <a:lnTo>
                    <a:pt x="0" y="603748"/>
                  </a:lnTo>
                  <a:lnTo>
                    <a:pt x="0" y="0"/>
                  </a:lnTo>
                  <a:lnTo>
                    <a:pt x="12405139" y="0"/>
                  </a:lnTo>
                  <a:lnTo>
                    <a:pt x="12405139" y="603748"/>
                  </a:lnTo>
                  <a:close/>
                </a:path>
              </a:pathLst>
            </a:custGeom>
            <a:solidFill>
              <a:srgbClr val="F93D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0459" y="3136696"/>
              <a:ext cx="12404090" cy="4453890"/>
            </a:xfrm>
            <a:custGeom>
              <a:avLst/>
              <a:gdLst/>
              <a:ahLst/>
              <a:cxnLst/>
              <a:rect l="l" t="t" r="r" b="b"/>
              <a:pathLst>
                <a:path w="12404090" h="4453890">
                  <a:moveTo>
                    <a:pt x="12403963" y="3988778"/>
                  </a:moveTo>
                  <a:lnTo>
                    <a:pt x="0" y="3988778"/>
                  </a:lnTo>
                  <a:lnTo>
                    <a:pt x="0" y="4453572"/>
                  </a:lnTo>
                  <a:lnTo>
                    <a:pt x="12403963" y="4453572"/>
                  </a:lnTo>
                  <a:lnTo>
                    <a:pt x="12403963" y="3988778"/>
                  </a:lnTo>
                  <a:close/>
                </a:path>
                <a:path w="12404090" h="4453890">
                  <a:moveTo>
                    <a:pt x="12403963" y="3418954"/>
                  </a:moveTo>
                  <a:lnTo>
                    <a:pt x="0" y="3418954"/>
                  </a:lnTo>
                  <a:lnTo>
                    <a:pt x="0" y="3883736"/>
                  </a:lnTo>
                  <a:lnTo>
                    <a:pt x="12403963" y="3883736"/>
                  </a:lnTo>
                  <a:lnTo>
                    <a:pt x="12403963" y="3418954"/>
                  </a:lnTo>
                  <a:close/>
                </a:path>
                <a:path w="12404090" h="4453890">
                  <a:moveTo>
                    <a:pt x="12403963" y="2849130"/>
                  </a:moveTo>
                  <a:lnTo>
                    <a:pt x="0" y="2849130"/>
                  </a:lnTo>
                  <a:lnTo>
                    <a:pt x="0" y="3313912"/>
                  </a:lnTo>
                  <a:lnTo>
                    <a:pt x="12403963" y="3313912"/>
                  </a:lnTo>
                  <a:lnTo>
                    <a:pt x="12403963" y="2849130"/>
                  </a:lnTo>
                  <a:close/>
                </a:path>
                <a:path w="12404090" h="4453890">
                  <a:moveTo>
                    <a:pt x="12403963" y="2279307"/>
                  </a:moveTo>
                  <a:lnTo>
                    <a:pt x="0" y="2279307"/>
                  </a:lnTo>
                  <a:lnTo>
                    <a:pt x="0" y="2744089"/>
                  </a:lnTo>
                  <a:lnTo>
                    <a:pt x="12403963" y="2744089"/>
                  </a:lnTo>
                  <a:lnTo>
                    <a:pt x="12403963" y="2279307"/>
                  </a:lnTo>
                  <a:close/>
                </a:path>
                <a:path w="12404090" h="4453890">
                  <a:moveTo>
                    <a:pt x="12403963" y="1709483"/>
                  </a:moveTo>
                  <a:lnTo>
                    <a:pt x="0" y="1709483"/>
                  </a:lnTo>
                  <a:lnTo>
                    <a:pt x="0" y="2174265"/>
                  </a:lnTo>
                  <a:lnTo>
                    <a:pt x="12403963" y="2174265"/>
                  </a:lnTo>
                  <a:lnTo>
                    <a:pt x="12403963" y="1709483"/>
                  </a:lnTo>
                  <a:close/>
                </a:path>
                <a:path w="12404090" h="4453890">
                  <a:moveTo>
                    <a:pt x="12403963" y="1139659"/>
                  </a:moveTo>
                  <a:lnTo>
                    <a:pt x="0" y="1139659"/>
                  </a:lnTo>
                  <a:lnTo>
                    <a:pt x="0" y="1604441"/>
                  </a:lnTo>
                  <a:lnTo>
                    <a:pt x="12403963" y="1604441"/>
                  </a:lnTo>
                  <a:lnTo>
                    <a:pt x="12403963" y="1139659"/>
                  </a:lnTo>
                  <a:close/>
                </a:path>
                <a:path w="12404090" h="4453890">
                  <a:moveTo>
                    <a:pt x="12403963" y="569823"/>
                  </a:moveTo>
                  <a:lnTo>
                    <a:pt x="0" y="569823"/>
                  </a:lnTo>
                  <a:lnTo>
                    <a:pt x="0" y="1034618"/>
                  </a:lnTo>
                  <a:lnTo>
                    <a:pt x="12403963" y="1034618"/>
                  </a:lnTo>
                  <a:lnTo>
                    <a:pt x="12403963" y="569823"/>
                  </a:lnTo>
                  <a:close/>
                </a:path>
                <a:path w="12404090" h="4453890">
                  <a:moveTo>
                    <a:pt x="12403963" y="0"/>
                  </a:moveTo>
                  <a:lnTo>
                    <a:pt x="0" y="0"/>
                  </a:lnTo>
                  <a:lnTo>
                    <a:pt x="0" y="464794"/>
                  </a:lnTo>
                  <a:lnTo>
                    <a:pt x="12403963" y="464794"/>
                  </a:lnTo>
                  <a:lnTo>
                    <a:pt x="12403963" y="0"/>
                  </a:lnTo>
                  <a:close/>
                </a:path>
              </a:pathLst>
            </a:custGeom>
            <a:solidFill>
              <a:srgbClr val="043356">
                <a:alpha val="5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02665" y="7819192"/>
              <a:ext cx="3785334" cy="24678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30459" y="7695297"/>
              <a:ext cx="12404090" cy="1604645"/>
            </a:xfrm>
            <a:custGeom>
              <a:avLst/>
              <a:gdLst/>
              <a:ahLst/>
              <a:cxnLst/>
              <a:rect l="l" t="t" r="r" b="b"/>
              <a:pathLst>
                <a:path w="12404090" h="1604645">
                  <a:moveTo>
                    <a:pt x="12403963" y="1139659"/>
                  </a:moveTo>
                  <a:lnTo>
                    <a:pt x="0" y="1139659"/>
                  </a:lnTo>
                  <a:lnTo>
                    <a:pt x="0" y="1604441"/>
                  </a:lnTo>
                  <a:lnTo>
                    <a:pt x="12403963" y="1604441"/>
                  </a:lnTo>
                  <a:lnTo>
                    <a:pt x="12403963" y="1139659"/>
                  </a:lnTo>
                  <a:close/>
                </a:path>
                <a:path w="12404090" h="1604645">
                  <a:moveTo>
                    <a:pt x="12403963" y="569823"/>
                  </a:moveTo>
                  <a:lnTo>
                    <a:pt x="0" y="569823"/>
                  </a:lnTo>
                  <a:lnTo>
                    <a:pt x="0" y="1034618"/>
                  </a:lnTo>
                  <a:lnTo>
                    <a:pt x="12403963" y="1034618"/>
                  </a:lnTo>
                  <a:lnTo>
                    <a:pt x="12403963" y="569823"/>
                  </a:lnTo>
                  <a:close/>
                </a:path>
                <a:path w="12404090" h="1604645">
                  <a:moveTo>
                    <a:pt x="12403963" y="0"/>
                  </a:moveTo>
                  <a:lnTo>
                    <a:pt x="0" y="0"/>
                  </a:lnTo>
                  <a:lnTo>
                    <a:pt x="0" y="464794"/>
                  </a:lnTo>
                  <a:lnTo>
                    <a:pt x="12403963" y="464794"/>
                  </a:lnTo>
                  <a:lnTo>
                    <a:pt x="12403963" y="0"/>
                  </a:lnTo>
                  <a:close/>
                </a:path>
              </a:pathLst>
            </a:custGeom>
            <a:solidFill>
              <a:srgbClr val="043356">
                <a:alpha val="5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0459" y="3136696"/>
              <a:ext cx="4059554" cy="1612265"/>
            </a:xfrm>
            <a:custGeom>
              <a:avLst/>
              <a:gdLst/>
              <a:ahLst/>
              <a:cxnLst/>
              <a:rect l="l" t="t" r="r" b="b"/>
              <a:pathLst>
                <a:path w="4059554" h="1612264">
                  <a:moveTo>
                    <a:pt x="2425204" y="793597"/>
                  </a:moveTo>
                  <a:lnTo>
                    <a:pt x="2421115" y="752284"/>
                  </a:lnTo>
                  <a:lnTo>
                    <a:pt x="2407729" y="708215"/>
                  </a:lnTo>
                  <a:lnTo>
                    <a:pt x="2386038" y="667575"/>
                  </a:lnTo>
                  <a:lnTo>
                    <a:pt x="2356548" y="631621"/>
                  </a:lnTo>
                  <a:lnTo>
                    <a:pt x="2320594" y="602145"/>
                  </a:lnTo>
                  <a:lnTo>
                    <a:pt x="2279967" y="580453"/>
                  </a:lnTo>
                  <a:lnTo>
                    <a:pt x="2235898" y="567067"/>
                  </a:lnTo>
                  <a:lnTo>
                    <a:pt x="2189632" y="562483"/>
                  </a:lnTo>
                  <a:lnTo>
                    <a:pt x="236067" y="562483"/>
                  </a:lnTo>
                  <a:lnTo>
                    <a:pt x="189801" y="567067"/>
                  </a:lnTo>
                  <a:lnTo>
                    <a:pt x="145732" y="580453"/>
                  </a:lnTo>
                  <a:lnTo>
                    <a:pt x="105105" y="602145"/>
                  </a:lnTo>
                  <a:lnTo>
                    <a:pt x="69151" y="631621"/>
                  </a:lnTo>
                  <a:lnTo>
                    <a:pt x="39662" y="667575"/>
                  </a:lnTo>
                  <a:lnTo>
                    <a:pt x="17970" y="708215"/>
                  </a:lnTo>
                  <a:lnTo>
                    <a:pt x="4584" y="752284"/>
                  </a:lnTo>
                  <a:lnTo>
                    <a:pt x="0" y="798550"/>
                  </a:lnTo>
                  <a:lnTo>
                    <a:pt x="4584" y="844816"/>
                  </a:lnTo>
                  <a:lnTo>
                    <a:pt x="17970" y="888885"/>
                  </a:lnTo>
                  <a:lnTo>
                    <a:pt x="39662" y="929513"/>
                  </a:lnTo>
                  <a:lnTo>
                    <a:pt x="69151" y="965466"/>
                  </a:lnTo>
                  <a:lnTo>
                    <a:pt x="105105" y="994956"/>
                  </a:lnTo>
                  <a:lnTo>
                    <a:pt x="145732" y="1016647"/>
                  </a:lnTo>
                  <a:lnTo>
                    <a:pt x="189801" y="1030033"/>
                  </a:lnTo>
                  <a:lnTo>
                    <a:pt x="236067" y="1034618"/>
                  </a:lnTo>
                  <a:lnTo>
                    <a:pt x="2189632" y="1034618"/>
                  </a:lnTo>
                  <a:lnTo>
                    <a:pt x="2235898" y="1030033"/>
                  </a:lnTo>
                  <a:lnTo>
                    <a:pt x="2279967" y="1016647"/>
                  </a:lnTo>
                  <a:lnTo>
                    <a:pt x="2320594" y="994956"/>
                  </a:lnTo>
                  <a:lnTo>
                    <a:pt x="2356548" y="965466"/>
                  </a:lnTo>
                  <a:lnTo>
                    <a:pt x="2386038" y="929513"/>
                  </a:lnTo>
                  <a:lnTo>
                    <a:pt x="2407729" y="888885"/>
                  </a:lnTo>
                  <a:lnTo>
                    <a:pt x="2421115" y="844816"/>
                  </a:lnTo>
                  <a:lnTo>
                    <a:pt x="2425204" y="803503"/>
                  </a:lnTo>
                  <a:lnTo>
                    <a:pt x="2425204" y="793597"/>
                  </a:lnTo>
                  <a:close/>
                </a:path>
                <a:path w="4059554" h="1612264">
                  <a:moveTo>
                    <a:pt x="3448774" y="226822"/>
                  </a:moveTo>
                  <a:lnTo>
                    <a:pt x="3431717" y="145732"/>
                  </a:lnTo>
                  <a:lnTo>
                    <a:pt x="3410026" y="105105"/>
                  </a:lnTo>
                  <a:lnTo>
                    <a:pt x="3380536" y="69151"/>
                  </a:lnTo>
                  <a:lnTo>
                    <a:pt x="3344583" y="39662"/>
                  </a:lnTo>
                  <a:lnTo>
                    <a:pt x="3303955" y="17970"/>
                  </a:lnTo>
                  <a:lnTo>
                    <a:pt x="3259886" y="4584"/>
                  </a:lnTo>
                  <a:lnTo>
                    <a:pt x="3213620" y="0"/>
                  </a:lnTo>
                  <a:lnTo>
                    <a:pt x="236067" y="0"/>
                  </a:lnTo>
                  <a:lnTo>
                    <a:pt x="189801" y="4584"/>
                  </a:lnTo>
                  <a:lnTo>
                    <a:pt x="145732" y="17970"/>
                  </a:lnTo>
                  <a:lnTo>
                    <a:pt x="105105" y="39662"/>
                  </a:lnTo>
                  <a:lnTo>
                    <a:pt x="69151" y="69151"/>
                  </a:lnTo>
                  <a:lnTo>
                    <a:pt x="39662" y="105105"/>
                  </a:lnTo>
                  <a:lnTo>
                    <a:pt x="17970" y="145732"/>
                  </a:lnTo>
                  <a:lnTo>
                    <a:pt x="4584" y="189801"/>
                  </a:lnTo>
                  <a:lnTo>
                    <a:pt x="0" y="236067"/>
                  </a:lnTo>
                  <a:lnTo>
                    <a:pt x="4584" y="282333"/>
                  </a:lnTo>
                  <a:lnTo>
                    <a:pt x="17970" y="326402"/>
                  </a:lnTo>
                  <a:lnTo>
                    <a:pt x="39662" y="367042"/>
                  </a:lnTo>
                  <a:lnTo>
                    <a:pt x="69151" y="402996"/>
                  </a:lnTo>
                  <a:lnTo>
                    <a:pt x="105105" y="432473"/>
                  </a:lnTo>
                  <a:lnTo>
                    <a:pt x="145732" y="454164"/>
                  </a:lnTo>
                  <a:lnTo>
                    <a:pt x="189801" y="467550"/>
                  </a:lnTo>
                  <a:lnTo>
                    <a:pt x="236067" y="472135"/>
                  </a:lnTo>
                  <a:lnTo>
                    <a:pt x="3213620" y="472135"/>
                  </a:lnTo>
                  <a:lnTo>
                    <a:pt x="3259886" y="467550"/>
                  </a:lnTo>
                  <a:lnTo>
                    <a:pt x="3303955" y="454164"/>
                  </a:lnTo>
                  <a:lnTo>
                    <a:pt x="3344583" y="432473"/>
                  </a:lnTo>
                  <a:lnTo>
                    <a:pt x="3380536" y="402996"/>
                  </a:lnTo>
                  <a:lnTo>
                    <a:pt x="3410026" y="367042"/>
                  </a:lnTo>
                  <a:lnTo>
                    <a:pt x="3431717" y="326402"/>
                  </a:lnTo>
                  <a:lnTo>
                    <a:pt x="3445103" y="282333"/>
                  </a:lnTo>
                  <a:lnTo>
                    <a:pt x="3448774" y="245313"/>
                  </a:lnTo>
                  <a:lnTo>
                    <a:pt x="3448774" y="226822"/>
                  </a:lnTo>
                  <a:close/>
                </a:path>
                <a:path w="4059554" h="1612264">
                  <a:moveTo>
                    <a:pt x="4059542" y="1375714"/>
                  </a:moveTo>
                  <a:lnTo>
                    <a:pt x="4054957" y="1329448"/>
                  </a:lnTo>
                  <a:lnTo>
                    <a:pt x="4041571" y="1285379"/>
                  </a:lnTo>
                  <a:lnTo>
                    <a:pt x="4019880" y="1244752"/>
                  </a:lnTo>
                  <a:lnTo>
                    <a:pt x="3990390" y="1208798"/>
                  </a:lnTo>
                  <a:lnTo>
                    <a:pt x="3954437" y="1179322"/>
                  </a:lnTo>
                  <a:lnTo>
                    <a:pt x="3913809" y="1157617"/>
                  </a:lnTo>
                  <a:lnTo>
                    <a:pt x="3869740" y="1144231"/>
                  </a:lnTo>
                  <a:lnTo>
                    <a:pt x="3823474" y="1139659"/>
                  </a:lnTo>
                  <a:lnTo>
                    <a:pt x="2661755" y="1139659"/>
                  </a:lnTo>
                  <a:lnTo>
                    <a:pt x="2615488" y="1144231"/>
                  </a:lnTo>
                  <a:lnTo>
                    <a:pt x="2571419" y="1157617"/>
                  </a:lnTo>
                  <a:lnTo>
                    <a:pt x="2530792" y="1179322"/>
                  </a:lnTo>
                  <a:lnTo>
                    <a:pt x="2494838" y="1208798"/>
                  </a:lnTo>
                  <a:lnTo>
                    <a:pt x="2465362" y="1244752"/>
                  </a:lnTo>
                  <a:lnTo>
                    <a:pt x="2443670" y="1285379"/>
                  </a:lnTo>
                  <a:lnTo>
                    <a:pt x="2430272" y="1329448"/>
                  </a:lnTo>
                  <a:lnTo>
                    <a:pt x="2425700" y="1375714"/>
                  </a:lnTo>
                  <a:lnTo>
                    <a:pt x="2430272" y="1421993"/>
                  </a:lnTo>
                  <a:lnTo>
                    <a:pt x="2443670" y="1466062"/>
                  </a:lnTo>
                  <a:lnTo>
                    <a:pt x="2465362" y="1506689"/>
                  </a:lnTo>
                  <a:lnTo>
                    <a:pt x="2494838" y="1542643"/>
                  </a:lnTo>
                  <a:lnTo>
                    <a:pt x="2530792" y="1572120"/>
                  </a:lnTo>
                  <a:lnTo>
                    <a:pt x="2571419" y="1593811"/>
                  </a:lnTo>
                  <a:lnTo>
                    <a:pt x="2615488" y="1607210"/>
                  </a:lnTo>
                  <a:lnTo>
                    <a:pt x="2661755" y="1611782"/>
                  </a:lnTo>
                  <a:lnTo>
                    <a:pt x="3823474" y="1611782"/>
                  </a:lnTo>
                  <a:lnTo>
                    <a:pt x="3869740" y="1607210"/>
                  </a:lnTo>
                  <a:lnTo>
                    <a:pt x="3913809" y="1593811"/>
                  </a:lnTo>
                  <a:lnTo>
                    <a:pt x="3954437" y="1572120"/>
                  </a:lnTo>
                  <a:lnTo>
                    <a:pt x="3990390" y="1542643"/>
                  </a:lnTo>
                  <a:lnTo>
                    <a:pt x="4019880" y="1506689"/>
                  </a:lnTo>
                  <a:lnTo>
                    <a:pt x="4041571" y="1466062"/>
                  </a:lnTo>
                  <a:lnTo>
                    <a:pt x="4054957" y="1421993"/>
                  </a:lnTo>
                  <a:lnTo>
                    <a:pt x="4059542" y="1375714"/>
                  </a:lnTo>
                  <a:close/>
                </a:path>
              </a:pathLst>
            </a:custGeom>
            <a:solidFill>
              <a:srgbClr val="724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73993" y="6558090"/>
              <a:ext cx="546100" cy="472440"/>
            </a:xfrm>
            <a:custGeom>
              <a:avLst/>
              <a:gdLst/>
              <a:ahLst/>
              <a:cxnLst/>
              <a:rect l="l" t="t" r="r" b="b"/>
              <a:pathLst>
                <a:path w="546100" h="472440">
                  <a:moveTo>
                    <a:pt x="310640" y="472130"/>
                  </a:moveTo>
                  <a:lnTo>
                    <a:pt x="236065" y="472130"/>
                  </a:lnTo>
                  <a:lnTo>
                    <a:pt x="189796" y="467552"/>
                  </a:lnTo>
                  <a:lnTo>
                    <a:pt x="145727" y="454161"/>
                  </a:lnTo>
                  <a:lnTo>
                    <a:pt x="105096" y="432468"/>
                  </a:lnTo>
                  <a:lnTo>
                    <a:pt x="69142" y="402988"/>
                  </a:lnTo>
                  <a:lnTo>
                    <a:pt x="39662" y="367034"/>
                  </a:lnTo>
                  <a:lnTo>
                    <a:pt x="17969" y="326403"/>
                  </a:lnTo>
                  <a:lnTo>
                    <a:pt x="4578" y="282334"/>
                  </a:lnTo>
                  <a:lnTo>
                    <a:pt x="0" y="236065"/>
                  </a:lnTo>
                  <a:lnTo>
                    <a:pt x="4578" y="189796"/>
                  </a:lnTo>
                  <a:lnTo>
                    <a:pt x="17969" y="145727"/>
                  </a:lnTo>
                  <a:lnTo>
                    <a:pt x="39662" y="105096"/>
                  </a:lnTo>
                  <a:lnTo>
                    <a:pt x="69142" y="69142"/>
                  </a:lnTo>
                  <a:lnTo>
                    <a:pt x="105096" y="39661"/>
                  </a:lnTo>
                  <a:lnTo>
                    <a:pt x="145727" y="17969"/>
                  </a:lnTo>
                  <a:lnTo>
                    <a:pt x="189796" y="4577"/>
                  </a:lnTo>
                  <a:lnTo>
                    <a:pt x="236065" y="0"/>
                  </a:lnTo>
                  <a:lnTo>
                    <a:pt x="310640" y="0"/>
                  </a:lnTo>
                  <a:lnTo>
                    <a:pt x="356909" y="4577"/>
                  </a:lnTo>
                  <a:lnTo>
                    <a:pt x="400978" y="17969"/>
                  </a:lnTo>
                  <a:lnTo>
                    <a:pt x="441609" y="39661"/>
                  </a:lnTo>
                  <a:lnTo>
                    <a:pt x="477564" y="69142"/>
                  </a:lnTo>
                  <a:lnTo>
                    <a:pt x="507044" y="105096"/>
                  </a:lnTo>
                  <a:lnTo>
                    <a:pt x="528736" y="145727"/>
                  </a:lnTo>
                  <a:lnTo>
                    <a:pt x="542127" y="189796"/>
                  </a:lnTo>
                  <a:lnTo>
                    <a:pt x="545900" y="227928"/>
                  </a:lnTo>
                  <a:lnTo>
                    <a:pt x="545900" y="244201"/>
                  </a:lnTo>
                  <a:lnTo>
                    <a:pt x="542127" y="282334"/>
                  </a:lnTo>
                  <a:lnTo>
                    <a:pt x="528736" y="326403"/>
                  </a:lnTo>
                  <a:lnTo>
                    <a:pt x="507044" y="367034"/>
                  </a:lnTo>
                  <a:lnTo>
                    <a:pt x="477564" y="402988"/>
                  </a:lnTo>
                  <a:lnTo>
                    <a:pt x="441609" y="432468"/>
                  </a:lnTo>
                  <a:lnTo>
                    <a:pt x="400978" y="454161"/>
                  </a:lnTo>
                  <a:lnTo>
                    <a:pt x="356909" y="467552"/>
                  </a:lnTo>
                  <a:lnTo>
                    <a:pt x="310640" y="472130"/>
                  </a:lnTo>
                  <a:close/>
                </a:path>
              </a:pathLst>
            </a:custGeom>
            <a:solidFill>
              <a:srgbClr val="EDD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23325" y="5418440"/>
              <a:ext cx="553085" cy="472440"/>
            </a:xfrm>
            <a:custGeom>
              <a:avLst/>
              <a:gdLst/>
              <a:ahLst/>
              <a:cxnLst/>
              <a:rect l="l" t="t" r="r" b="b"/>
              <a:pathLst>
                <a:path w="553084" h="472439">
                  <a:moveTo>
                    <a:pt x="316638" y="472129"/>
                  </a:moveTo>
                  <a:lnTo>
                    <a:pt x="236065" y="472129"/>
                  </a:lnTo>
                  <a:lnTo>
                    <a:pt x="189796" y="467552"/>
                  </a:lnTo>
                  <a:lnTo>
                    <a:pt x="145727" y="454160"/>
                  </a:lnTo>
                  <a:lnTo>
                    <a:pt x="105096" y="432468"/>
                  </a:lnTo>
                  <a:lnTo>
                    <a:pt x="69142" y="402988"/>
                  </a:lnTo>
                  <a:lnTo>
                    <a:pt x="39661" y="367033"/>
                  </a:lnTo>
                  <a:lnTo>
                    <a:pt x="17969" y="326403"/>
                  </a:lnTo>
                  <a:lnTo>
                    <a:pt x="4577" y="282334"/>
                  </a:lnTo>
                  <a:lnTo>
                    <a:pt x="0" y="236065"/>
                  </a:lnTo>
                  <a:lnTo>
                    <a:pt x="4577" y="189795"/>
                  </a:lnTo>
                  <a:lnTo>
                    <a:pt x="17969" y="145726"/>
                  </a:lnTo>
                  <a:lnTo>
                    <a:pt x="39661" y="105095"/>
                  </a:lnTo>
                  <a:lnTo>
                    <a:pt x="69142" y="69141"/>
                  </a:lnTo>
                  <a:lnTo>
                    <a:pt x="105096" y="39661"/>
                  </a:lnTo>
                  <a:lnTo>
                    <a:pt x="145727" y="17969"/>
                  </a:lnTo>
                  <a:lnTo>
                    <a:pt x="189796" y="4577"/>
                  </a:lnTo>
                  <a:lnTo>
                    <a:pt x="236065" y="0"/>
                  </a:lnTo>
                  <a:lnTo>
                    <a:pt x="316638" y="0"/>
                  </a:lnTo>
                  <a:lnTo>
                    <a:pt x="362907" y="4577"/>
                  </a:lnTo>
                  <a:lnTo>
                    <a:pt x="406976" y="17969"/>
                  </a:lnTo>
                  <a:lnTo>
                    <a:pt x="447607" y="39661"/>
                  </a:lnTo>
                  <a:lnTo>
                    <a:pt x="483561" y="69141"/>
                  </a:lnTo>
                  <a:lnTo>
                    <a:pt x="513041" y="105095"/>
                  </a:lnTo>
                  <a:lnTo>
                    <a:pt x="534733" y="145726"/>
                  </a:lnTo>
                  <a:lnTo>
                    <a:pt x="548125" y="189795"/>
                  </a:lnTo>
                  <a:lnTo>
                    <a:pt x="552702" y="236065"/>
                  </a:lnTo>
                  <a:lnTo>
                    <a:pt x="548125" y="282334"/>
                  </a:lnTo>
                  <a:lnTo>
                    <a:pt x="534733" y="326403"/>
                  </a:lnTo>
                  <a:lnTo>
                    <a:pt x="513041" y="367033"/>
                  </a:lnTo>
                  <a:lnTo>
                    <a:pt x="483561" y="402988"/>
                  </a:lnTo>
                  <a:lnTo>
                    <a:pt x="447607" y="432468"/>
                  </a:lnTo>
                  <a:lnTo>
                    <a:pt x="406976" y="454160"/>
                  </a:lnTo>
                  <a:lnTo>
                    <a:pt x="362907" y="467552"/>
                  </a:lnTo>
                  <a:lnTo>
                    <a:pt x="316638" y="472129"/>
                  </a:lnTo>
                  <a:close/>
                </a:path>
              </a:pathLst>
            </a:custGeom>
            <a:solidFill>
              <a:srgbClr val="F18A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73991" y="7118133"/>
              <a:ext cx="2043430" cy="1049655"/>
            </a:xfrm>
            <a:custGeom>
              <a:avLst/>
              <a:gdLst/>
              <a:ahLst/>
              <a:cxnLst/>
              <a:rect l="l" t="t" r="r" b="b"/>
              <a:pathLst>
                <a:path w="2043430" h="1049654">
                  <a:moveTo>
                    <a:pt x="1246720" y="229463"/>
                  </a:moveTo>
                  <a:lnTo>
                    <a:pt x="1242796" y="189788"/>
                  </a:lnTo>
                  <a:lnTo>
                    <a:pt x="1229398" y="145719"/>
                  </a:lnTo>
                  <a:lnTo>
                    <a:pt x="1207706" y="105092"/>
                  </a:lnTo>
                  <a:lnTo>
                    <a:pt x="1178229" y="69138"/>
                  </a:lnTo>
                  <a:lnTo>
                    <a:pt x="1142276" y="39662"/>
                  </a:lnTo>
                  <a:lnTo>
                    <a:pt x="1101636" y="17970"/>
                  </a:lnTo>
                  <a:lnTo>
                    <a:pt x="1057567" y="4572"/>
                  </a:lnTo>
                  <a:lnTo>
                    <a:pt x="1011301" y="0"/>
                  </a:lnTo>
                  <a:lnTo>
                    <a:pt x="236067" y="0"/>
                  </a:lnTo>
                  <a:lnTo>
                    <a:pt x="189788" y="4572"/>
                  </a:lnTo>
                  <a:lnTo>
                    <a:pt x="145719" y="17970"/>
                  </a:lnTo>
                  <a:lnTo>
                    <a:pt x="105092" y="39662"/>
                  </a:lnTo>
                  <a:lnTo>
                    <a:pt x="69138" y="69138"/>
                  </a:lnTo>
                  <a:lnTo>
                    <a:pt x="39662" y="105092"/>
                  </a:lnTo>
                  <a:lnTo>
                    <a:pt x="17970" y="145719"/>
                  </a:lnTo>
                  <a:lnTo>
                    <a:pt x="4572" y="189788"/>
                  </a:lnTo>
                  <a:lnTo>
                    <a:pt x="0" y="236067"/>
                  </a:lnTo>
                  <a:lnTo>
                    <a:pt x="4572" y="282333"/>
                  </a:lnTo>
                  <a:lnTo>
                    <a:pt x="17970" y="326402"/>
                  </a:lnTo>
                  <a:lnTo>
                    <a:pt x="39662" y="367030"/>
                  </a:lnTo>
                  <a:lnTo>
                    <a:pt x="69138" y="402983"/>
                  </a:lnTo>
                  <a:lnTo>
                    <a:pt x="105092" y="432473"/>
                  </a:lnTo>
                  <a:lnTo>
                    <a:pt x="145719" y="454164"/>
                  </a:lnTo>
                  <a:lnTo>
                    <a:pt x="189788" y="467550"/>
                  </a:lnTo>
                  <a:lnTo>
                    <a:pt x="236067" y="472122"/>
                  </a:lnTo>
                  <a:lnTo>
                    <a:pt x="1011301" y="472122"/>
                  </a:lnTo>
                  <a:lnTo>
                    <a:pt x="1057567" y="467550"/>
                  </a:lnTo>
                  <a:lnTo>
                    <a:pt x="1101636" y="454164"/>
                  </a:lnTo>
                  <a:lnTo>
                    <a:pt x="1142276" y="432473"/>
                  </a:lnTo>
                  <a:lnTo>
                    <a:pt x="1178229" y="402983"/>
                  </a:lnTo>
                  <a:lnTo>
                    <a:pt x="1207706" y="367030"/>
                  </a:lnTo>
                  <a:lnTo>
                    <a:pt x="1229398" y="326402"/>
                  </a:lnTo>
                  <a:lnTo>
                    <a:pt x="1242796" y="282333"/>
                  </a:lnTo>
                  <a:lnTo>
                    <a:pt x="1246720" y="242671"/>
                  </a:lnTo>
                  <a:lnTo>
                    <a:pt x="1246720" y="229463"/>
                  </a:lnTo>
                  <a:close/>
                </a:path>
                <a:path w="2043430" h="1049654">
                  <a:moveTo>
                    <a:pt x="2042871" y="813231"/>
                  </a:moveTo>
                  <a:lnTo>
                    <a:pt x="2038299" y="766965"/>
                  </a:lnTo>
                  <a:lnTo>
                    <a:pt x="2024900" y="722896"/>
                  </a:lnTo>
                  <a:lnTo>
                    <a:pt x="2003209" y="682269"/>
                  </a:lnTo>
                  <a:lnTo>
                    <a:pt x="1973732" y="646315"/>
                  </a:lnTo>
                  <a:lnTo>
                    <a:pt x="1937778" y="616826"/>
                  </a:lnTo>
                  <a:lnTo>
                    <a:pt x="1897151" y="595134"/>
                  </a:lnTo>
                  <a:lnTo>
                    <a:pt x="1853082" y="581748"/>
                  </a:lnTo>
                  <a:lnTo>
                    <a:pt x="1806803" y="577164"/>
                  </a:lnTo>
                  <a:lnTo>
                    <a:pt x="236067" y="577164"/>
                  </a:lnTo>
                  <a:lnTo>
                    <a:pt x="189788" y="581748"/>
                  </a:lnTo>
                  <a:lnTo>
                    <a:pt x="145719" y="595134"/>
                  </a:lnTo>
                  <a:lnTo>
                    <a:pt x="105092" y="616826"/>
                  </a:lnTo>
                  <a:lnTo>
                    <a:pt x="69138" y="646315"/>
                  </a:lnTo>
                  <a:lnTo>
                    <a:pt x="39662" y="682269"/>
                  </a:lnTo>
                  <a:lnTo>
                    <a:pt x="17970" y="722896"/>
                  </a:lnTo>
                  <a:lnTo>
                    <a:pt x="4572" y="766965"/>
                  </a:lnTo>
                  <a:lnTo>
                    <a:pt x="0" y="813231"/>
                  </a:lnTo>
                  <a:lnTo>
                    <a:pt x="4572" y="859497"/>
                  </a:lnTo>
                  <a:lnTo>
                    <a:pt x="17970" y="903566"/>
                  </a:lnTo>
                  <a:lnTo>
                    <a:pt x="39662" y="944206"/>
                  </a:lnTo>
                  <a:lnTo>
                    <a:pt x="69138" y="980160"/>
                  </a:lnTo>
                  <a:lnTo>
                    <a:pt x="105092" y="1009637"/>
                  </a:lnTo>
                  <a:lnTo>
                    <a:pt x="145719" y="1031328"/>
                  </a:lnTo>
                  <a:lnTo>
                    <a:pt x="189788" y="1044727"/>
                  </a:lnTo>
                  <a:lnTo>
                    <a:pt x="236067" y="1049299"/>
                  </a:lnTo>
                  <a:lnTo>
                    <a:pt x="1806803" y="1049299"/>
                  </a:lnTo>
                  <a:lnTo>
                    <a:pt x="1853082" y="1044727"/>
                  </a:lnTo>
                  <a:lnTo>
                    <a:pt x="1897151" y="1031328"/>
                  </a:lnTo>
                  <a:lnTo>
                    <a:pt x="1937778" y="1009637"/>
                  </a:lnTo>
                  <a:lnTo>
                    <a:pt x="1973732" y="980160"/>
                  </a:lnTo>
                  <a:lnTo>
                    <a:pt x="2003209" y="944206"/>
                  </a:lnTo>
                  <a:lnTo>
                    <a:pt x="2024900" y="903566"/>
                  </a:lnTo>
                  <a:lnTo>
                    <a:pt x="2038299" y="859497"/>
                  </a:lnTo>
                  <a:lnTo>
                    <a:pt x="2042871" y="813231"/>
                  </a:lnTo>
                  <a:close/>
                </a:path>
              </a:pathLst>
            </a:custGeom>
            <a:solidFill>
              <a:srgbClr val="EDD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41386" y="4848618"/>
              <a:ext cx="4134485" cy="1609725"/>
            </a:xfrm>
            <a:custGeom>
              <a:avLst/>
              <a:gdLst/>
              <a:ahLst/>
              <a:cxnLst/>
              <a:rect l="l" t="t" r="r" b="b"/>
              <a:pathLst>
                <a:path w="4134484" h="1609725">
                  <a:moveTo>
                    <a:pt x="1448803" y="236067"/>
                  </a:moveTo>
                  <a:lnTo>
                    <a:pt x="1444231" y="189801"/>
                  </a:lnTo>
                  <a:lnTo>
                    <a:pt x="1430832" y="145732"/>
                  </a:lnTo>
                  <a:lnTo>
                    <a:pt x="1409141" y="105092"/>
                  </a:lnTo>
                  <a:lnTo>
                    <a:pt x="1379664" y="69138"/>
                  </a:lnTo>
                  <a:lnTo>
                    <a:pt x="1343710" y="39662"/>
                  </a:lnTo>
                  <a:lnTo>
                    <a:pt x="1303083" y="17970"/>
                  </a:lnTo>
                  <a:lnTo>
                    <a:pt x="1259014" y="4584"/>
                  </a:lnTo>
                  <a:lnTo>
                    <a:pt x="1212748" y="0"/>
                  </a:lnTo>
                  <a:lnTo>
                    <a:pt x="236067" y="0"/>
                  </a:lnTo>
                  <a:lnTo>
                    <a:pt x="189801" y="4584"/>
                  </a:lnTo>
                  <a:lnTo>
                    <a:pt x="145732" y="17970"/>
                  </a:lnTo>
                  <a:lnTo>
                    <a:pt x="105092" y="39662"/>
                  </a:lnTo>
                  <a:lnTo>
                    <a:pt x="69138" y="69138"/>
                  </a:lnTo>
                  <a:lnTo>
                    <a:pt x="39662" y="105092"/>
                  </a:lnTo>
                  <a:lnTo>
                    <a:pt x="17970" y="145732"/>
                  </a:lnTo>
                  <a:lnTo>
                    <a:pt x="4584" y="189801"/>
                  </a:lnTo>
                  <a:lnTo>
                    <a:pt x="0" y="236067"/>
                  </a:lnTo>
                  <a:lnTo>
                    <a:pt x="4584" y="282333"/>
                  </a:lnTo>
                  <a:lnTo>
                    <a:pt x="17970" y="326402"/>
                  </a:lnTo>
                  <a:lnTo>
                    <a:pt x="39662" y="367042"/>
                  </a:lnTo>
                  <a:lnTo>
                    <a:pt x="69138" y="402996"/>
                  </a:lnTo>
                  <a:lnTo>
                    <a:pt x="105092" y="432473"/>
                  </a:lnTo>
                  <a:lnTo>
                    <a:pt x="145732" y="454164"/>
                  </a:lnTo>
                  <a:lnTo>
                    <a:pt x="189801" y="467550"/>
                  </a:lnTo>
                  <a:lnTo>
                    <a:pt x="236067" y="472135"/>
                  </a:lnTo>
                  <a:lnTo>
                    <a:pt x="1212748" y="472135"/>
                  </a:lnTo>
                  <a:lnTo>
                    <a:pt x="1259014" y="467550"/>
                  </a:lnTo>
                  <a:lnTo>
                    <a:pt x="1303083" y="454164"/>
                  </a:lnTo>
                  <a:lnTo>
                    <a:pt x="1343710" y="432473"/>
                  </a:lnTo>
                  <a:lnTo>
                    <a:pt x="1379664" y="402996"/>
                  </a:lnTo>
                  <a:lnTo>
                    <a:pt x="1409141" y="367042"/>
                  </a:lnTo>
                  <a:lnTo>
                    <a:pt x="1430832" y="326402"/>
                  </a:lnTo>
                  <a:lnTo>
                    <a:pt x="1444231" y="282333"/>
                  </a:lnTo>
                  <a:lnTo>
                    <a:pt x="1448803" y="236067"/>
                  </a:lnTo>
                  <a:close/>
                </a:path>
                <a:path w="4134484" h="1609725">
                  <a:moveTo>
                    <a:pt x="4134104" y="1373276"/>
                  </a:moveTo>
                  <a:lnTo>
                    <a:pt x="4129532" y="1327010"/>
                  </a:lnTo>
                  <a:lnTo>
                    <a:pt x="4116146" y="1282941"/>
                  </a:lnTo>
                  <a:lnTo>
                    <a:pt x="4094454" y="1242301"/>
                  </a:lnTo>
                  <a:lnTo>
                    <a:pt x="4064965" y="1206347"/>
                  </a:lnTo>
                  <a:lnTo>
                    <a:pt x="4029011" y="1176870"/>
                  </a:lnTo>
                  <a:lnTo>
                    <a:pt x="3988384" y="1155179"/>
                  </a:lnTo>
                  <a:lnTo>
                    <a:pt x="3944315" y="1141780"/>
                  </a:lnTo>
                  <a:lnTo>
                    <a:pt x="3898049" y="1137208"/>
                  </a:lnTo>
                  <a:lnTo>
                    <a:pt x="2293823" y="1137208"/>
                  </a:lnTo>
                  <a:lnTo>
                    <a:pt x="2247557" y="1141780"/>
                  </a:lnTo>
                  <a:lnTo>
                    <a:pt x="2203488" y="1155179"/>
                  </a:lnTo>
                  <a:lnTo>
                    <a:pt x="2162848" y="1176870"/>
                  </a:lnTo>
                  <a:lnTo>
                    <a:pt x="2126894" y="1206347"/>
                  </a:lnTo>
                  <a:lnTo>
                    <a:pt x="2097417" y="1242301"/>
                  </a:lnTo>
                  <a:lnTo>
                    <a:pt x="2075726" y="1282941"/>
                  </a:lnTo>
                  <a:lnTo>
                    <a:pt x="2062340" y="1327010"/>
                  </a:lnTo>
                  <a:lnTo>
                    <a:pt x="2057755" y="1373276"/>
                  </a:lnTo>
                  <a:lnTo>
                    <a:pt x="2062340" y="1419542"/>
                  </a:lnTo>
                  <a:lnTo>
                    <a:pt x="2075726" y="1463611"/>
                  </a:lnTo>
                  <a:lnTo>
                    <a:pt x="2097417" y="1504238"/>
                  </a:lnTo>
                  <a:lnTo>
                    <a:pt x="2126894" y="1540192"/>
                  </a:lnTo>
                  <a:lnTo>
                    <a:pt x="2162848" y="1569681"/>
                  </a:lnTo>
                  <a:lnTo>
                    <a:pt x="2203488" y="1591373"/>
                  </a:lnTo>
                  <a:lnTo>
                    <a:pt x="2247557" y="1604759"/>
                  </a:lnTo>
                  <a:lnTo>
                    <a:pt x="2293823" y="1609344"/>
                  </a:lnTo>
                  <a:lnTo>
                    <a:pt x="3898049" y="1609344"/>
                  </a:lnTo>
                  <a:lnTo>
                    <a:pt x="3944315" y="1604759"/>
                  </a:lnTo>
                  <a:lnTo>
                    <a:pt x="3988384" y="1591373"/>
                  </a:lnTo>
                  <a:lnTo>
                    <a:pt x="4029011" y="1569681"/>
                  </a:lnTo>
                  <a:lnTo>
                    <a:pt x="4064965" y="1540192"/>
                  </a:lnTo>
                  <a:lnTo>
                    <a:pt x="4094454" y="1504238"/>
                  </a:lnTo>
                  <a:lnTo>
                    <a:pt x="4116146" y="1463611"/>
                  </a:lnTo>
                  <a:lnTo>
                    <a:pt x="4129532" y="1419542"/>
                  </a:lnTo>
                  <a:lnTo>
                    <a:pt x="4134104" y="1373276"/>
                  </a:lnTo>
                  <a:close/>
                </a:path>
              </a:pathLst>
            </a:custGeom>
            <a:solidFill>
              <a:srgbClr val="F18A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329232" y="8265121"/>
              <a:ext cx="2005964" cy="1042035"/>
            </a:xfrm>
            <a:custGeom>
              <a:avLst/>
              <a:gdLst/>
              <a:ahLst/>
              <a:cxnLst/>
              <a:rect l="l" t="t" r="r" b="b"/>
              <a:pathLst>
                <a:path w="2005965" h="1042034">
                  <a:moveTo>
                    <a:pt x="2005825" y="805891"/>
                  </a:moveTo>
                  <a:lnTo>
                    <a:pt x="2001240" y="759625"/>
                  </a:lnTo>
                  <a:lnTo>
                    <a:pt x="1987854" y="715556"/>
                  </a:lnTo>
                  <a:lnTo>
                    <a:pt x="1966163" y="674928"/>
                  </a:lnTo>
                  <a:lnTo>
                    <a:pt x="1936686" y="638975"/>
                  </a:lnTo>
                  <a:lnTo>
                    <a:pt x="1900732" y="609498"/>
                  </a:lnTo>
                  <a:lnTo>
                    <a:pt x="1860092" y="587806"/>
                  </a:lnTo>
                  <a:lnTo>
                    <a:pt x="1816023" y="574408"/>
                  </a:lnTo>
                  <a:lnTo>
                    <a:pt x="1769757" y="569836"/>
                  </a:lnTo>
                  <a:lnTo>
                    <a:pt x="1632267" y="569836"/>
                  </a:lnTo>
                  <a:lnTo>
                    <a:pt x="1586001" y="574408"/>
                  </a:lnTo>
                  <a:lnTo>
                    <a:pt x="1541932" y="587806"/>
                  </a:lnTo>
                  <a:lnTo>
                    <a:pt x="1501305" y="609498"/>
                  </a:lnTo>
                  <a:lnTo>
                    <a:pt x="1465351" y="638975"/>
                  </a:lnTo>
                  <a:lnTo>
                    <a:pt x="1435862" y="674928"/>
                  </a:lnTo>
                  <a:lnTo>
                    <a:pt x="1414170" y="715556"/>
                  </a:lnTo>
                  <a:lnTo>
                    <a:pt x="1400784" y="759625"/>
                  </a:lnTo>
                  <a:lnTo>
                    <a:pt x="1396199" y="805891"/>
                  </a:lnTo>
                  <a:lnTo>
                    <a:pt x="1400784" y="852170"/>
                  </a:lnTo>
                  <a:lnTo>
                    <a:pt x="1414170" y="896239"/>
                  </a:lnTo>
                  <a:lnTo>
                    <a:pt x="1435862" y="936866"/>
                  </a:lnTo>
                  <a:lnTo>
                    <a:pt x="1465351" y="972820"/>
                  </a:lnTo>
                  <a:lnTo>
                    <a:pt x="1501305" y="1002296"/>
                  </a:lnTo>
                  <a:lnTo>
                    <a:pt x="1541932" y="1023988"/>
                  </a:lnTo>
                  <a:lnTo>
                    <a:pt x="1586001" y="1037386"/>
                  </a:lnTo>
                  <a:lnTo>
                    <a:pt x="1632267" y="1041958"/>
                  </a:lnTo>
                  <a:lnTo>
                    <a:pt x="1769757" y="1041958"/>
                  </a:lnTo>
                  <a:lnTo>
                    <a:pt x="1816023" y="1037386"/>
                  </a:lnTo>
                  <a:lnTo>
                    <a:pt x="1860092" y="1023988"/>
                  </a:lnTo>
                  <a:lnTo>
                    <a:pt x="1900732" y="1002296"/>
                  </a:lnTo>
                  <a:lnTo>
                    <a:pt x="1936686" y="972820"/>
                  </a:lnTo>
                  <a:lnTo>
                    <a:pt x="1966163" y="936866"/>
                  </a:lnTo>
                  <a:lnTo>
                    <a:pt x="1987854" y="896239"/>
                  </a:lnTo>
                  <a:lnTo>
                    <a:pt x="2001240" y="852170"/>
                  </a:lnTo>
                  <a:lnTo>
                    <a:pt x="2005825" y="805891"/>
                  </a:lnTo>
                  <a:close/>
                </a:path>
                <a:path w="2005965" h="1042034">
                  <a:moveTo>
                    <a:pt x="2005825" y="236067"/>
                  </a:moveTo>
                  <a:lnTo>
                    <a:pt x="2001253" y="189801"/>
                  </a:lnTo>
                  <a:lnTo>
                    <a:pt x="1987854" y="145732"/>
                  </a:lnTo>
                  <a:lnTo>
                    <a:pt x="1966163" y="105105"/>
                  </a:lnTo>
                  <a:lnTo>
                    <a:pt x="1936686" y="69151"/>
                  </a:lnTo>
                  <a:lnTo>
                    <a:pt x="1900732" y="39662"/>
                  </a:lnTo>
                  <a:lnTo>
                    <a:pt x="1860105" y="17970"/>
                  </a:lnTo>
                  <a:lnTo>
                    <a:pt x="1816036" y="4584"/>
                  </a:lnTo>
                  <a:lnTo>
                    <a:pt x="1769757" y="0"/>
                  </a:lnTo>
                  <a:lnTo>
                    <a:pt x="236054" y="0"/>
                  </a:lnTo>
                  <a:lnTo>
                    <a:pt x="189788" y="4584"/>
                  </a:lnTo>
                  <a:lnTo>
                    <a:pt x="145719" y="17970"/>
                  </a:lnTo>
                  <a:lnTo>
                    <a:pt x="105092" y="39662"/>
                  </a:lnTo>
                  <a:lnTo>
                    <a:pt x="69138" y="69151"/>
                  </a:lnTo>
                  <a:lnTo>
                    <a:pt x="39662" y="105105"/>
                  </a:lnTo>
                  <a:lnTo>
                    <a:pt x="17970" y="145732"/>
                  </a:lnTo>
                  <a:lnTo>
                    <a:pt x="4572" y="189801"/>
                  </a:lnTo>
                  <a:lnTo>
                    <a:pt x="0" y="236067"/>
                  </a:lnTo>
                  <a:lnTo>
                    <a:pt x="4572" y="282346"/>
                  </a:lnTo>
                  <a:lnTo>
                    <a:pt x="17970" y="326415"/>
                  </a:lnTo>
                  <a:lnTo>
                    <a:pt x="39662" y="367042"/>
                  </a:lnTo>
                  <a:lnTo>
                    <a:pt x="69138" y="402996"/>
                  </a:lnTo>
                  <a:lnTo>
                    <a:pt x="105092" y="432473"/>
                  </a:lnTo>
                  <a:lnTo>
                    <a:pt x="145719" y="454164"/>
                  </a:lnTo>
                  <a:lnTo>
                    <a:pt x="189788" y="467563"/>
                  </a:lnTo>
                  <a:lnTo>
                    <a:pt x="236054" y="472135"/>
                  </a:lnTo>
                  <a:lnTo>
                    <a:pt x="1769757" y="472135"/>
                  </a:lnTo>
                  <a:lnTo>
                    <a:pt x="1816036" y="467563"/>
                  </a:lnTo>
                  <a:lnTo>
                    <a:pt x="1860105" y="454164"/>
                  </a:lnTo>
                  <a:lnTo>
                    <a:pt x="1900732" y="432473"/>
                  </a:lnTo>
                  <a:lnTo>
                    <a:pt x="1936686" y="402996"/>
                  </a:lnTo>
                  <a:lnTo>
                    <a:pt x="1966163" y="367042"/>
                  </a:lnTo>
                  <a:lnTo>
                    <a:pt x="1987854" y="326415"/>
                  </a:lnTo>
                  <a:lnTo>
                    <a:pt x="2001253" y="282346"/>
                  </a:lnTo>
                  <a:lnTo>
                    <a:pt x="2005825" y="236067"/>
                  </a:lnTo>
                  <a:close/>
                </a:path>
              </a:pathLst>
            </a:custGeom>
            <a:solidFill>
              <a:srgbClr val="EDD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66273" y="2386080"/>
            <a:ext cx="859790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750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17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50" spc="-60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0870" y="2248632"/>
            <a:ext cx="2245360" cy="603885"/>
          </a:xfrm>
          <a:prstGeom prst="rect">
            <a:avLst/>
          </a:prstGeom>
          <a:solidFill>
            <a:srgbClr val="E32E6F"/>
          </a:solidFill>
        </p:spPr>
        <p:txBody>
          <a:bodyPr vert="horz" wrap="square" lIns="0" tIns="90805" rIns="0" bIns="0" rtlCol="0">
            <a:spAutoFit/>
          </a:bodyPr>
          <a:lstStyle/>
          <a:p>
            <a:pPr marL="550545">
              <a:lnSpc>
                <a:spcPct val="100000"/>
              </a:lnSpc>
              <a:spcBef>
                <a:spcPts val="715"/>
              </a:spcBef>
            </a:pP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Task</a:t>
            </a:r>
            <a:r>
              <a:rPr sz="22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List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8535" y="3108287"/>
            <a:ext cx="2109470" cy="6193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4" marR="365760">
              <a:lnSpc>
                <a:spcPct val="112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Research,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Concept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&amp;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UX</a:t>
            </a:r>
            <a:r>
              <a:rPr sz="12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Definition</a:t>
            </a:r>
            <a:endParaRPr sz="1250">
              <a:latin typeface="Lucida Sans Unicode"/>
              <a:cs typeface="Lucida Sans Unicode"/>
            </a:endParaRPr>
          </a:p>
          <a:p>
            <a:pPr marL="38100" marR="163830">
              <a:lnSpc>
                <a:spcPct val="112000"/>
              </a:lnSpc>
              <a:spcBef>
                <a:spcPts val="1155"/>
              </a:spcBef>
            </a:pP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Machine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Tech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Partner Selection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5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Prepare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Pilot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Lucida Sans Unicode"/>
              <a:cs typeface="Lucida Sans Unicode"/>
            </a:endParaRPr>
          </a:p>
          <a:p>
            <a:pPr marL="38100" marR="135890">
              <a:lnSpc>
                <a:spcPct val="112000"/>
              </a:lnSpc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Technical</a:t>
            </a:r>
            <a:r>
              <a:rPr sz="125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Operational </a:t>
            </a: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Compliance</a:t>
            </a:r>
            <a:r>
              <a:rPr sz="12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Testing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50">
              <a:latin typeface="Lucida Sans Unicode"/>
              <a:cs typeface="Lucida Sans Unicode"/>
            </a:endParaRPr>
          </a:p>
          <a:p>
            <a:pPr marL="27940">
              <a:lnSpc>
                <a:spcPct val="100000"/>
              </a:lnSpc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Installation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Machine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Lucida Sans Unicode"/>
              <a:cs typeface="Lucida Sans Unicode"/>
            </a:endParaRPr>
          </a:p>
          <a:p>
            <a:pPr marL="12700" marR="650240" indent="42545">
              <a:lnSpc>
                <a:spcPct val="112000"/>
              </a:lnSpc>
            </a:pP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Data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Collection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&amp;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Optimization</a:t>
            </a:r>
            <a:endParaRPr sz="1250">
              <a:latin typeface="Lucida Sans Unicode"/>
              <a:cs typeface="Lucida Sans Unicode"/>
            </a:endParaRPr>
          </a:p>
          <a:p>
            <a:pPr marL="61594" marR="960119">
              <a:lnSpc>
                <a:spcPct val="112000"/>
              </a:lnSpc>
              <a:spcBef>
                <a:spcPts val="141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Installation</a:t>
            </a:r>
            <a:r>
              <a:rPr sz="125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Machine</a:t>
            </a:r>
            <a:r>
              <a:rPr sz="12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#2</a:t>
            </a:r>
            <a:endParaRPr sz="125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1575"/>
              </a:spcBef>
            </a:pP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Company</a:t>
            </a:r>
            <a:r>
              <a:rPr sz="12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Creation</a:t>
            </a:r>
            <a:endParaRPr sz="1250">
              <a:latin typeface="Lucida Sans Unicode"/>
              <a:cs typeface="Lucida Sans Unicode"/>
            </a:endParaRPr>
          </a:p>
          <a:p>
            <a:pPr marL="38100" marR="5080">
              <a:lnSpc>
                <a:spcPct val="112000"/>
              </a:lnSpc>
              <a:spcBef>
                <a:spcPts val="1420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Website,</a:t>
            </a:r>
            <a:r>
              <a:rPr sz="125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Communication,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Expansion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Interactive 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Strategy</a:t>
            </a:r>
            <a:endParaRPr sz="1250">
              <a:latin typeface="Lucida Sans Unicode"/>
              <a:cs typeface="Lucida Sans Unicode"/>
            </a:endParaRPr>
          </a:p>
          <a:p>
            <a:pPr marL="38100" marR="49530">
              <a:lnSpc>
                <a:spcPct val="112000"/>
              </a:lnSpc>
              <a:spcBef>
                <a:spcPts val="620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Partnership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Advertising Acquisition</a:t>
            </a:r>
            <a:endParaRPr sz="1250">
              <a:latin typeface="Lucida Sans Unicode"/>
              <a:cs typeface="Lucida Sans Unicode"/>
            </a:endParaRPr>
          </a:p>
          <a:p>
            <a:pPr marL="12700" marR="1010919">
              <a:lnSpc>
                <a:spcPct val="112000"/>
              </a:lnSpc>
              <a:spcBef>
                <a:spcPts val="112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sz="125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Plan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Development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7409" y="2386080"/>
            <a:ext cx="6384925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69060" algn="l"/>
                <a:tab pos="2686685" algn="l"/>
                <a:tab pos="4092575" algn="l"/>
                <a:tab pos="5452745" algn="l"/>
              </a:tabLst>
            </a:pPr>
            <a:r>
              <a:rPr sz="262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2625" spc="127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25" spc="-7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262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	Month</a:t>
            </a:r>
            <a:r>
              <a:rPr sz="2625" spc="127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25" spc="-7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r>
              <a:rPr sz="262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750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17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75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262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2625" spc="127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25" spc="-7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r>
              <a:rPr sz="262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	Month</a:t>
            </a:r>
            <a:r>
              <a:rPr sz="2625" spc="127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25" spc="-75" baseline="1587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endParaRPr sz="2625" baseline="1587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71420" y="2356473"/>
            <a:ext cx="911225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750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17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7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771424" y="2378296"/>
            <a:ext cx="930910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750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17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8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32198" y="2386080"/>
            <a:ext cx="930275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750" dirty="0">
                <a:solidFill>
                  <a:srgbClr val="FFFFFF"/>
                </a:solidFill>
                <a:latin typeface="Lucida Sans Unicode"/>
                <a:cs typeface="Lucida Sans Unicode"/>
              </a:rPr>
              <a:t>Month</a:t>
            </a:r>
            <a:r>
              <a:rPr sz="17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9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60617" y="2978150"/>
            <a:ext cx="8312784" cy="6534150"/>
            <a:chOff x="8060617" y="2978150"/>
            <a:chExt cx="8312784" cy="6534150"/>
          </a:xfrm>
        </p:grpSpPr>
        <p:sp>
          <p:nvSpPr>
            <p:cNvPr id="24" name="object 24"/>
            <p:cNvSpPr/>
            <p:nvPr/>
          </p:nvSpPr>
          <p:spPr>
            <a:xfrm>
              <a:off x="8079667" y="3031963"/>
              <a:ext cx="0" cy="6480810"/>
            </a:xfrm>
            <a:custGeom>
              <a:avLst/>
              <a:gdLst/>
              <a:ahLst/>
              <a:cxnLst/>
              <a:rect l="l" t="t" r="r" b="b"/>
              <a:pathLst>
                <a:path h="6480809">
                  <a:moveTo>
                    <a:pt x="0" y="0"/>
                  </a:moveTo>
                  <a:lnTo>
                    <a:pt x="0" y="6480213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330756" y="2978150"/>
              <a:ext cx="0" cy="6480810"/>
            </a:xfrm>
            <a:custGeom>
              <a:avLst/>
              <a:gdLst/>
              <a:ahLst/>
              <a:cxnLst/>
              <a:rect l="l" t="t" r="r" b="b"/>
              <a:pathLst>
                <a:path h="6480809">
                  <a:moveTo>
                    <a:pt x="0" y="0"/>
                  </a:moveTo>
                  <a:lnTo>
                    <a:pt x="0" y="6480213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354069" y="2981822"/>
              <a:ext cx="0" cy="6480810"/>
            </a:xfrm>
            <a:custGeom>
              <a:avLst/>
              <a:gdLst/>
              <a:ahLst/>
              <a:cxnLst/>
              <a:rect l="l" t="t" r="r" b="b"/>
              <a:pathLst>
                <a:path h="6480809">
                  <a:moveTo>
                    <a:pt x="0" y="0"/>
                  </a:moveTo>
                  <a:lnTo>
                    <a:pt x="0" y="6480213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455903" y="9591042"/>
            <a:ext cx="128841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PROGRAM</a:t>
            </a:r>
            <a:r>
              <a:rPr sz="1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GATE</a:t>
            </a:r>
            <a:r>
              <a:rPr sz="1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434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01866" y="9733917"/>
            <a:ext cx="15557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(Evaluation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Phase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1)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32199" y="9591042"/>
            <a:ext cx="132778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PROGRAM</a:t>
            </a:r>
            <a:r>
              <a:rPr sz="1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GATE</a:t>
            </a:r>
            <a:r>
              <a:rPr sz="1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478162" y="9733917"/>
            <a:ext cx="159512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(Evaluation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Phase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2)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555695" y="9591042"/>
            <a:ext cx="132969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PROGRAM</a:t>
            </a:r>
            <a:r>
              <a:rPr sz="1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GATE</a:t>
            </a:r>
            <a:r>
              <a:rPr sz="1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401658" y="9733917"/>
            <a:ext cx="1597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(Evaluation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Phase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3)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14626" y="2663464"/>
            <a:ext cx="7258684" cy="4121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460"/>
              </a:lnSpc>
              <a:spcBef>
                <a:spcPts val="100"/>
              </a:spcBef>
            </a:pPr>
            <a:r>
              <a:rPr sz="12000" b="1" spc="1525" dirty="0">
                <a:solidFill>
                  <a:srgbClr val="F93D81"/>
                </a:solidFill>
                <a:latin typeface="Trebuchet MS"/>
                <a:cs typeface="Trebuchet MS"/>
              </a:rPr>
              <a:t>THANK</a:t>
            </a:r>
            <a:endParaRPr sz="12000" dirty="0">
              <a:latin typeface="Trebuchet MS"/>
              <a:cs typeface="Trebuchet MS"/>
            </a:endParaRPr>
          </a:p>
          <a:p>
            <a:pPr marR="482600" algn="ctr">
              <a:lnSpc>
                <a:spcPts val="13460"/>
              </a:lnSpc>
            </a:pPr>
            <a:r>
              <a:rPr sz="12000" spc="134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endParaRPr sz="120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3200" b="1" spc="110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3200" b="1" spc="39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spc="95" dirty="0">
                <a:solidFill>
                  <a:srgbClr val="FFFFFF"/>
                </a:solidFill>
                <a:latin typeface="Roboto"/>
                <a:cs typeface="Roboto"/>
              </a:rPr>
              <a:t>YOUR</a:t>
            </a:r>
            <a:r>
              <a:rPr sz="3200" b="1" spc="39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spc="175" dirty="0">
                <a:solidFill>
                  <a:srgbClr val="FFFFFF"/>
                </a:solidFill>
                <a:latin typeface="Roboto"/>
                <a:cs typeface="Roboto"/>
              </a:rPr>
              <a:t>TIME</a:t>
            </a:r>
            <a:r>
              <a:rPr sz="3200" b="1" spc="39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spc="135" dirty="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sz="3200" b="1" spc="39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spc="204" dirty="0">
                <a:solidFill>
                  <a:srgbClr val="FFFFFF"/>
                </a:solidFill>
                <a:latin typeface="Roboto"/>
                <a:cs typeface="Roboto"/>
              </a:rPr>
              <a:t>ATTENTION</a:t>
            </a:r>
            <a:endParaRPr sz="3200" dirty="0">
              <a:latin typeface="Roboto"/>
              <a:cs typeface="Roboto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8BA6C2-CEC3-FAE0-B9DC-FA1957E50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0" y="7734300"/>
            <a:ext cx="3296920" cy="2183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544</Words>
  <Application>Microsoft Office PowerPoint</Application>
  <PresentationFormat>Personalizados</PresentationFormat>
  <Paragraphs>119</Paragraphs>
  <Slides>11</Slides>
  <Notes>1</Notes>
  <HiddenSlides>6</HiddenSlides>
  <MMClips>0</MMClips>
  <ScaleCrop>false</ScaleCrop>
  <HeadingPairs>
    <vt:vector size="6" baseType="variant">
      <vt:variant>
        <vt:lpstr>Tipos de letra usados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21" baseType="lpstr">
      <vt:lpstr>SimSun-ExtB</vt:lpstr>
      <vt:lpstr>Aptos</vt:lpstr>
      <vt:lpstr>Arial MT</vt:lpstr>
      <vt:lpstr>Calibri</vt:lpstr>
      <vt:lpstr>Inter</vt:lpstr>
      <vt:lpstr>Lucida Sans Unicode</vt:lpstr>
      <vt:lpstr>Roboto</vt:lpstr>
      <vt:lpstr>Roboto Cn</vt:lpstr>
      <vt:lpstr>Trebuchet MS</vt:lpstr>
      <vt:lpstr>Office Theme</vt:lpstr>
      <vt:lpstr>ZURA TOUCH</vt:lpstr>
      <vt:lpstr>INTRODUÇÃO</vt:lpstr>
      <vt:lpstr>⚡</vt:lpstr>
      <vt:lpstr>SOLUÇÃO</vt:lpstr>
      <vt:lpstr>MÁQUINAS</vt:lpstr>
      <vt:lpstr>MÁQUINAS</vt:lpstr>
      <vt:lpstr>PRÉMIOS</vt:lpstr>
      <vt:lpstr>MARKET OPPORTUNITY</vt:lpstr>
      <vt:lpstr>BUSINESS MODEL</vt:lpstr>
      <vt:lpstr>EXECUTION PLAN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ZURA TOUCH</dc:title>
  <dc:creator>Diogo Gomes</dc:creator>
  <cp:keywords>DAG5UBbv_lg,BAFB1HAuyD8,0</cp:keywords>
  <cp:lastModifiedBy>Diogo Neves Almeida Gomes</cp:lastModifiedBy>
  <cp:revision>4</cp:revision>
  <dcterms:created xsi:type="dcterms:W3CDTF">2026-05-17T13:39:21Z</dcterms:created>
  <dcterms:modified xsi:type="dcterms:W3CDTF">2026-08-04T14:11:36Z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2026-02-12T00:00:00Z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2026-05-17T00:00:00Z</vt:filetime>
  </property>
  <property fmtid="{D5CDD505-2E9C-101B-9397-08002B2CF9AE}" pid="6" name="Producer">
    <vt:lpwstr>Canva</vt:lpwstr>
  </property>
</Properties>
</file>